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709" r:id="rId1"/>
  </p:sldMasterIdLst>
  <p:sldIdLst>
    <p:sldId id="256" r:id="rId2"/>
    <p:sldId id="257" r:id="rId3"/>
    <p:sldId id="258" r:id="rId4"/>
    <p:sldId id="259" r:id="rId5"/>
    <p:sldId id="260" r:id="rId6"/>
    <p:sldId id="261" r:id="rId7"/>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627A908F-A23D-D84C-6BE0-859E703371BD}" v="45" dt="2026-04-16T19:29:06.507"/>
  </p1510:revLst>
</p1510:revInfo>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9972" autoAdjust="0"/>
    <p:restoredTop sz="94660"/>
  </p:normalViewPr>
  <p:slideViewPr>
    <p:cSldViewPr snapToGrid="0">
      <p:cViewPr varScale="1">
        <p:scale>
          <a:sx n="86" d="100"/>
          <a:sy n="86" d="100"/>
        </p:scale>
        <p:origin x="96" y="888"/>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presProps" Target="presProps.xml"/><Relationship Id="rId3" Type="http://schemas.openxmlformats.org/officeDocument/2006/relationships/slide" Target="slides/slide2.xml"/><Relationship Id="rId7" Type="http://schemas.openxmlformats.org/officeDocument/2006/relationships/slide" Target="slides/slide6.xml"/><Relationship Id="rId12" Type="http://schemas.microsoft.com/office/2015/10/relationships/revisionInfo" Target="revisionInfo.xml"/><Relationship Id="rId2" Type="http://schemas.openxmlformats.org/officeDocument/2006/relationships/slide" Target="slides/slid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tableStyles" Target="tableStyles.xml"/><Relationship Id="rId5" Type="http://schemas.openxmlformats.org/officeDocument/2006/relationships/slide" Target="slides/slide4.xml"/><Relationship Id="rId10" Type="http://schemas.openxmlformats.org/officeDocument/2006/relationships/theme" Target="theme/theme1.xml"/><Relationship Id="rId4" Type="http://schemas.openxmlformats.org/officeDocument/2006/relationships/slide" Target="slides/slide3.xml"/><Relationship Id="rId9" Type="http://schemas.openxmlformats.org/officeDocument/2006/relationships/viewProps" Target="viewProps.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7" name="Freeform: Shape 6">
            <a:extLst>
              <a:ext uri="{FF2B5EF4-FFF2-40B4-BE49-F238E27FC236}">
                <a16:creationId xmlns:a16="http://schemas.microsoft.com/office/drawing/2014/main" id="{EA67E988-5919-57BB-C7DE-D3EAD38A3045}"/>
              </a:ext>
              <a:ext uri="{C183D7F6-B498-43B3-948B-1728B52AA6E4}">
                <adec:decorative xmlns:adec="http://schemas.microsoft.com/office/drawing/2017/decorative" val="1"/>
              </a:ext>
            </a:extLst>
          </p:cNvPr>
          <p:cNvSpPr/>
          <p:nvPr/>
        </p:nvSpPr>
        <p:spPr>
          <a:xfrm>
            <a:off x="517870" y="6209925"/>
            <a:ext cx="11155680" cy="45719"/>
          </a:xfrm>
          <a:custGeom>
            <a:avLst/>
            <a:gdLst>
              <a:gd name="connsiteX0" fmla="*/ 0 w 8715708"/>
              <a:gd name="connsiteY0" fmla="*/ 0 h 45719"/>
              <a:gd name="connsiteX1" fmla="*/ 3694525 w 8715708"/>
              <a:gd name="connsiteY1" fmla="*/ 0 h 45719"/>
              <a:gd name="connsiteX2" fmla="*/ 5021183 w 8715708"/>
              <a:gd name="connsiteY2" fmla="*/ 0 h 45719"/>
              <a:gd name="connsiteX3" fmla="*/ 8715708 w 8715708"/>
              <a:gd name="connsiteY3" fmla="*/ 0 h 45719"/>
              <a:gd name="connsiteX4" fmla="*/ 8715708 w 8715708"/>
              <a:gd name="connsiteY4" fmla="*/ 45719 h 45719"/>
              <a:gd name="connsiteX5" fmla="*/ 5021183 w 8715708"/>
              <a:gd name="connsiteY5" fmla="*/ 45719 h 45719"/>
              <a:gd name="connsiteX6" fmla="*/ 3694525 w 8715708"/>
              <a:gd name="connsiteY6" fmla="*/ 45719 h 45719"/>
              <a:gd name="connsiteX7" fmla="*/ 0 w 8715708"/>
              <a:gd name="connsiteY7" fmla="*/ 45719 h 4571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8715708" h="45719">
                <a:moveTo>
                  <a:pt x="0" y="0"/>
                </a:moveTo>
                <a:lnTo>
                  <a:pt x="3694525" y="0"/>
                </a:lnTo>
                <a:lnTo>
                  <a:pt x="5021183" y="0"/>
                </a:lnTo>
                <a:lnTo>
                  <a:pt x="8715708" y="0"/>
                </a:lnTo>
                <a:lnTo>
                  <a:pt x="8715708" y="45719"/>
                </a:lnTo>
                <a:lnTo>
                  <a:pt x="5021183" y="45719"/>
                </a:lnTo>
                <a:lnTo>
                  <a:pt x="3694525" y="45719"/>
                </a:lnTo>
                <a:lnTo>
                  <a:pt x="0" y="45719"/>
                </a:lnTo>
                <a:close/>
              </a:path>
            </a:pathLst>
          </a:cu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2" name="Title 1">
            <a:extLst>
              <a:ext uri="{FF2B5EF4-FFF2-40B4-BE49-F238E27FC236}">
                <a16:creationId xmlns:a16="http://schemas.microsoft.com/office/drawing/2014/main" id="{5B2327B2-BA4B-2C04-0751-5CB63D4AA425}"/>
              </a:ext>
            </a:extLst>
          </p:cNvPr>
          <p:cNvSpPr>
            <a:spLocks noGrp="1"/>
          </p:cNvSpPr>
          <p:nvPr>
            <p:ph type="ctrTitle"/>
          </p:nvPr>
        </p:nvSpPr>
        <p:spPr>
          <a:xfrm>
            <a:off x="521208" y="978408"/>
            <a:ext cx="11155680" cy="3429000"/>
          </a:xfrm>
        </p:spPr>
        <p:txBody>
          <a:bodyPr anchor="t">
            <a:normAutofit/>
          </a:bodyPr>
          <a:lstStyle>
            <a:lvl1pPr algn="l">
              <a:defRPr sz="7200"/>
            </a:lvl1pPr>
          </a:lstStyle>
          <a:p>
            <a:r>
              <a:rPr lang="en-US" dirty="0"/>
              <a:t>Click to edit Master title style</a:t>
            </a:r>
          </a:p>
        </p:txBody>
      </p:sp>
      <p:sp>
        <p:nvSpPr>
          <p:cNvPr id="3" name="Subtitle 2">
            <a:extLst>
              <a:ext uri="{FF2B5EF4-FFF2-40B4-BE49-F238E27FC236}">
                <a16:creationId xmlns:a16="http://schemas.microsoft.com/office/drawing/2014/main" id="{E7201176-DC7A-4C3D-3D8F-352526DA7B5D}"/>
              </a:ext>
            </a:extLst>
          </p:cNvPr>
          <p:cNvSpPr>
            <a:spLocks noGrp="1"/>
          </p:cNvSpPr>
          <p:nvPr>
            <p:ph type="subTitle" idx="1"/>
          </p:nvPr>
        </p:nvSpPr>
        <p:spPr>
          <a:xfrm>
            <a:off x="521208" y="4480560"/>
            <a:ext cx="7104888" cy="1399032"/>
          </a:xfrm>
        </p:spPr>
        <p:txBody>
          <a:bodyPr anchor="b">
            <a:normAutofit/>
          </a:bodyPr>
          <a:lstStyle>
            <a:lvl1pPr marL="0" indent="0" algn="l">
              <a:buNone/>
              <a:defRPr sz="2200" i="1"/>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
        <p:nvSpPr>
          <p:cNvPr id="4" name="Date Placeholder 3">
            <a:extLst>
              <a:ext uri="{FF2B5EF4-FFF2-40B4-BE49-F238E27FC236}">
                <a16:creationId xmlns:a16="http://schemas.microsoft.com/office/drawing/2014/main" id="{C67DC221-9A2E-7459-102F-C3CFB27CC389}"/>
              </a:ext>
            </a:extLst>
          </p:cNvPr>
          <p:cNvSpPr>
            <a:spLocks noGrp="1"/>
          </p:cNvSpPr>
          <p:nvPr>
            <p:ph type="dt" sz="half" idx="10"/>
          </p:nvPr>
        </p:nvSpPr>
        <p:spPr/>
        <p:txBody>
          <a:bodyPr/>
          <a:lstStyle/>
          <a:p>
            <a:fld id="{E80C50CD-E178-4744-9B35-B2F624D6C5E9}" type="datetimeFigureOut">
              <a:rPr lang="en-US" smtClean="0"/>
              <a:t>4/17/2026</a:t>
            </a:fld>
            <a:endParaRPr lang="en-US"/>
          </a:p>
        </p:txBody>
      </p:sp>
      <p:sp>
        <p:nvSpPr>
          <p:cNvPr id="5" name="Footer Placeholder 4">
            <a:extLst>
              <a:ext uri="{FF2B5EF4-FFF2-40B4-BE49-F238E27FC236}">
                <a16:creationId xmlns:a16="http://schemas.microsoft.com/office/drawing/2014/main" id="{A5020671-6F7D-3A03-EEC1-661A87F96F40}"/>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F2453D3A-E0F9-8386-2A6C-96671FBB15A5}"/>
              </a:ext>
            </a:extLst>
          </p:cNvPr>
          <p:cNvSpPr>
            <a:spLocks noGrp="1"/>
          </p:cNvSpPr>
          <p:nvPr>
            <p:ph type="sldNum" sz="quarter" idx="12"/>
          </p:nvPr>
        </p:nvSpPr>
        <p:spPr/>
        <p:txBody>
          <a:bodyPr/>
          <a:lstStyle/>
          <a:p>
            <a:fld id="{148CC95F-0247-41B6-91CF-DC97C76A7088}" type="slidenum">
              <a:rPr lang="en-US" smtClean="0"/>
              <a:t>‹#›</a:t>
            </a:fld>
            <a:endParaRPr lang="en-US"/>
          </a:p>
        </p:txBody>
      </p:sp>
    </p:spTree>
    <p:extLst>
      <p:ext uri="{BB962C8B-B14F-4D97-AF65-F5344CB8AC3E}">
        <p14:creationId xmlns:p14="http://schemas.microsoft.com/office/powerpoint/2010/main" val="3551604010"/>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FA26D03-149A-DAB3-4B2A-E9B74F2E2514}"/>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23C1E73D-41A7-9934-0990-9208B952329C}"/>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F8BB2A3F-E719-673C-5D56-F663712D0E7F}"/>
              </a:ext>
            </a:extLst>
          </p:cNvPr>
          <p:cNvSpPr>
            <a:spLocks noGrp="1"/>
          </p:cNvSpPr>
          <p:nvPr>
            <p:ph type="dt" sz="half" idx="10"/>
          </p:nvPr>
        </p:nvSpPr>
        <p:spPr/>
        <p:txBody>
          <a:bodyPr/>
          <a:lstStyle/>
          <a:p>
            <a:fld id="{E80C50CD-E178-4744-9B35-B2F624D6C5E9}" type="datetimeFigureOut">
              <a:rPr lang="en-US" smtClean="0"/>
              <a:t>4/17/2026</a:t>
            </a:fld>
            <a:endParaRPr lang="en-US"/>
          </a:p>
        </p:txBody>
      </p:sp>
      <p:sp>
        <p:nvSpPr>
          <p:cNvPr id="5" name="Footer Placeholder 4">
            <a:extLst>
              <a:ext uri="{FF2B5EF4-FFF2-40B4-BE49-F238E27FC236}">
                <a16:creationId xmlns:a16="http://schemas.microsoft.com/office/drawing/2014/main" id="{04AE594A-52F5-D85E-343C-ADFEE3C72E00}"/>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207D5C9C-B2E2-FC26-E459-9E880EF975BA}"/>
              </a:ext>
            </a:extLst>
          </p:cNvPr>
          <p:cNvSpPr>
            <a:spLocks noGrp="1"/>
          </p:cNvSpPr>
          <p:nvPr>
            <p:ph type="sldNum" sz="quarter" idx="12"/>
          </p:nvPr>
        </p:nvSpPr>
        <p:spPr/>
        <p:txBody>
          <a:bodyPr/>
          <a:lstStyle/>
          <a:p>
            <a:fld id="{148CC95F-0247-41B6-91CF-DC97C76A7088}" type="slidenum">
              <a:rPr lang="en-US" smtClean="0"/>
              <a:t>‹#›</a:t>
            </a:fld>
            <a:endParaRPr lang="en-US"/>
          </a:p>
        </p:txBody>
      </p:sp>
    </p:spTree>
    <p:extLst>
      <p:ext uri="{BB962C8B-B14F-4D97-AF65-F5344CB8AC3E}">
        <p14:creationId xmlns:p14="http://schemas.microsoft.com/office/powerpoint/2010/main" val="3811643016"/>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showMasterSp="0"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029D51F-B2D5-2804-4F7C-C99850FBD05B}"/>
              </a:ext>
            </a:extLst>
          </p:cNvPr>
          <p:cNvSpPr>
            <a:spLocks noGrp="1"/>
          </p:cNvSpPr>
          <p:nvPr>
            <p:ph type="title"/>
          </p:nvPr>
        </p:nvSpPr>
        <p:spPr>
          <a:xfrm>
            <a:off x="521208" y="978408"/>
            <a:ext cx="5020056" cy="4288536"/>
          </a:xfrm>
        </p:spPr>
        <p:txBody>
          <a:bodyPr anchor="t">
            <a:normAutofit/>
          </a:bodyPr>
          <a:lstStyle>
            <a:lvl1pPr>
              <a:defRPr sz="5400"/>
            </a:lvl1pPr>
          </a:lstStyle>
          <a:p>
            <a:r>
              <a:rPr lang="en-US" dirty="0"/>
              <a:t>Click to edit Master title style</a:t>
            </a:r>
          </a:p>
        </p:txBody>
      </p:sp>
      <p:sp>
        <p:nvSpPr>
          <p:cNvPr id="3" name="Text Placeholder 2">
            <a:extLst>
              <a:ext uri="{FF2B5EF4-FFF2-40B4-BE49-F238E27FC236}">
                <a16:creationId xmlns:a16="http://schemas.microsoft.com/office/drawing/2014/main" id="{15FE5516-03B6-C488-EB4A-68AE681EDFB8}"/>
              </a:ext>
            </a:extLst>
          </p:cNvPr>
          <p:cNvSpPr>
            <a:spLocks noGrp="1"/>
          </p:cNvSpPr>
          <p:nvPr>
            <p:ph type="body" idx="1"/>
          </p:nvPr>
        </p:nvSpPr>
        <p:spPr>
          <a:xfrm>
            <a:off x="521208" y="5266944"/>
            <a:ext cx="5020056" cy="1088136"/>
          </a:xfrm>
        </p:spPr>
        <p:txBody>
          <a:bodyPr anchor="b">
            <a:normAutofit/>
          </a:bodyPr>
          <a:lstStyle>
            <a:lvl1pPr marL="0" indent="0">
              <a:buNone/>
              <a:defRPr sz="2200" i="1">
                <a:solidFill>
                  <a:schemeClr val="tx1">
                    <a:tint val="82000"/>
                  </a:schemeClr>
                </a:solidFill>
              </a:defRPr>
            </a:lvl1pPr>
            <a:lvl2pPr marL="457200" indent="0">
              <a:buNone/>
              <a:defRPr sz="2000">
                <a:solidFill>
                  <a:schemeClr val="tx1">
                    <a:tint val="82000"/>
                  </a:schemeClr>
                </a:solidFill>
              </a:defRPr>
            </a:lvl2pPr>
            <a:lvl3pPr marL="914400" indent="0">
              <a:buNone/>
              <a:defRPr sz="1800">
                <a:solidFill>
                  <a:schemeClr val="tx1">
                    <a:tint val="82000"/>
                  </a:schemeClr>
                </a:solidFill>
              </a:defRPr>
            </a:lvl3pPr>
            <a:lvl4pPr marL="1371600" indent="0">
              <a:buNone/>
              <a:defRPr sz="1600">
                <a:solidFill>
                  <a:schemeClr val="tx1">
                    <a:tint val="82000"/>
                  </a:schemeClr>
                </a:solidFill>
              </a:defRPr>
            </a:lvl4pPr>
            <a:lvl5pPr marL="1828800" indent="0">
              <a:buNone/>
              <a:defRPr sz="1600">
                <a:solidFill>
                  <a:schemeClr val="tx1">
                    <a:tint val="82000"/>
                  </a:schemeClr>
                </a:solidFill>
              </a:defRPr>
            </a:lvl5pPr>
            <a:lvl6pPr marL="2286000" indent="0">
              <a:buNone/>
              <a:defRPr sz="1600">
                <a:solidFill>
                  <a:schemeClr val="tx1">
                    <a:tint val="82000"/>
                  </a:schemeClr>
                </a:solidFill>
              </a:defRPr>
            </a:lvl6pPr>
            <a:lvl7pPr marL="2743200" indent="0">
              <a:buNone/>
              <a:defRPr sz="1600">
                <a:solidFill>
                  <a:schemeClr val="tx1">
                    <a:tint val="82000"/>
                  </a:schemeClr>
                </a:solidFill>
              </a:defRPr>
            </a:lvl7pPr>
            <a:lvl8pPr marL="3200400" indent="0">
              <a:buNone/>
              <a:defRPr sz="1600">
                <a:solidFill>
                  <a:schemeClr val="tx1">
                    <a:tint val="82000"/>
                  </a:schemeClr>
                </a:solidFill>
              </a:defRPr>
            </a:lvl8pPr>
            <a:lvl9pPr marL="3657600" indent="0">
              <a:buNone/>
              <a:defRPr sz="1600">
                <a:solidFill>
                  <a:schemeClr val="tx1">
                    <a:tint val="82000"/>
                  </a:schemeClr>
                </a:solidFill>
              </a:defRPr>
            </a:lvl9pPr>
          </a:lstStyle>
          <a:p>
            <a:pPr lvl="0"/>
            <a:r>
              <a:rPr lang="en-US" dirty="0"/>
              <a:t>Click to edit Master text styles</a:t>
            </a:r>
          </a:p>
        </p:txBody>
      </p:sp>
      <p:sp>
        <p:nvSpPr>
          <p:cNvPr id="4" name="Date Placeholder 3">
            <a:extLst>
              <a:ext uri="{FF2B5EF4-FFF2-40B4-BE49-F238E27FC236}">
                <a16:creationId xmlns:a16="http://schemas.microsoft.com/office/drawing/2014/main" id="{50ECB4D7-49A7-D050-70B9-11A1E2D445D8}"/>
              </a:ext>
            </a:extLst>
          </p:cNvPr>
          <p:cNvSpPr>
            <a:spLocks noGrp="1"/>
          </p:cNvSpPr>
          <p:nvPr>
            <p:ph type="dt" sz="half" idx="10"/>
          </p:nvPr>
        </p:nvSpPr>
        <p:spPr/>
        <p:txBody>
          <a:bodyPr/>
          <a:lstStyle/>
          <a:p>
            <a:fld id="{E80C50CD-E178-4744-9B35-B2F624D6C5E9}" type="datetimeFigureOut">
              <a:rPr lang="en-US" smtClean="0"/>
              <a:t>4/17/2026</a:t>
            </a:fld>
            <a:endParaRPr lang="en-US"/>
          </a:p>
        </p:txBody>
      </p:sp>
      <p:sp>
        <p:nvSpPr>
          <p:cNvPr id="5" name="Footer Placeholder 4">
            <a:extLst>
              <a:ext uri="{FF2B5EF4-FFF2-40B4-BE49-F238E27FC236}">
                <a16:creationId xmlns:a16="http://schemas.microsoft.com/office/drawing/2014/main" id="{8A9A913F-AD00-C1EE-B01A-8590671C014B}"/>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314FC386-B2AF-6FAD-D053-E22D48CD7285}"/>
              </a:ext>
            </a:extLst>
          </p:cNvPr>
          <p:cNvSpPr>
            <a:spLocks noGrp="1"/>
          </p:cNvSpPr>
          <p:nvPr>
            <p:ph type="sldNum" sz="quarter" idx="12"/>
          </p:nvPr>
        </p:nvSpPr>
        <p:spPr/>
        <p:txBody>
          <a:bodyPr/>
          <a:lstStyle/>
          <a:p>
            <a:fld id="{148CC95F-0247-41B6-91CF-DC97C76A7088}" type="slidenum">
              <a:rPr lang="en-US" smtClean="0"/>
              <a:t>‹#›</a:t>
            </a:fld>
            <a:endParaRPr lang="en-US"/>
          </a:p>
        </p:txBody>
      </p:sp>
      <p:sp>
        <p:nvSpPr>
          <p:cNvPr id="7" name="Rectangle 6">
            <a:extLst>
              <a:ext uri="{FF2B5EF4-FFF2-40B4-BE49-F238E27FC236}">
                <a16:creationId xmlns:a16="http://schemas.microsoft.com/office/drawing/2014/main" id="{4E1E1B67-3BFF-F04B-52F4-7E724FB3B24D}"/>
              </a:ext>
            </a:extLst>
          </p:cNvPr>
          <p:cNvSpPr/>
          <p:nvPr/>
        </p:nvSpPr>
        <p:spPr>
          <a:xfrm>
            <a:off x="517870" y="508090"/>
            <a:ext cx="5021183" cy="149279"/>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2434566824"/>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3CE3B21-CF4D-1B01-0F4E-D32C1B218B63}"/>
              </a:ext>
            </a:extLst>
          </p:cNvPr>
          <p:cNvSpPr>
            <a:spLocks noGrp="1"/>
          </p:cNvSpPr>
          <p:nvPr>
            <p:ph type="title"/>
          </p:nvPr>
        </p:nvSpPr>
        <p:spPr/>
        <p:txBody>
          <a:bodyPr/>
          <a:lstStyle/>
          <a:p>
            <a:r>
              <a:rPr lang="en-US" dirty="0"/>
              <a:t>Click to edit Master title style</a:t>
            </a:r>
          </a:p>
        </p:txBody>
      </p:sp>
      <p:sp>
        <p:nvSpPr>
          <p:cNvPr id="3" name="Content Placeholder 2">
            <a:extLst>
              <a:ext uri="{FF2B5EF4-FFF2-40B4-BE49-F238E27FC236}">
                <a16:creationId xmlns:a16="http://schemas.microsoft.com/office/drawing/2014/main" id="{1FB39FF2-6858-B514-B695-58442557D0C1}"/>
              </a:ext>
            </a:extLst>
          </p:cNvPr>
          <p:cNvSpPr>
            <a:spLocks noGrp="1"/>
          </p:cNvSpPr>
          <p:nvPr>
            <p:ph sz="half" idx="1"/>
          </p:nvPr>
        </p:nvSpPr>
        <p:spPr>
          <a:xfrm>
            <a:off x="521208" y="2578608"/>
            <a:ext cx="5166360" cy="376732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a:extLst>
              <a:ext uri="{FF2B5EF4-FFF2-40B4-BE49-F238E27FC236}">
                <a16:creationId xmlns:a16="http://schemas.microsoft.com/office/drawing/2014/main" id="{8FA30130-974D-B91D-5B93-EC52AABDB5B0}"/>
              </a:ext>
            </a:extLst>
          </p:cNvPr>
          <p:cNvSpPr>
            <a:spLocks noGrp="1"/>
          </p:cNvSpPr>
          <p:nvPr>
            <p:ph sz="half" idx="2"/>
          </p:nvPr>
        </p:nvSpPr>
        <p:spPr>
          <a:xfrm>
            <a:off x="6519672" y="2578608"/>
            <a:ext cx="5166360" cy="376732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a:extLst>
              <a:ext uri="{FF2B5EF4-FFF2-40B4-BE49-F238E27FC236}">
                <a16:creationId xmlns:a16="http://schemas.microsoft.com/office/drawing/2014/main" id="{515BED99-6FD7-9C6B-1152-A6E42715BB79}"/>
              </a:ext>
            </a:extLst>
          </p:cNvPr>
          <p:cNvSpPr>
            <a:spLocks noGrp="1"/>
          </p:cNvSpPr>
          <p:nvPr>
            <p:ph type="dt" sz="half" idx="10"/>
          </p:nvPr>
        </p:nvSpPr>
        <p:spPr/>
        <p:txBody>
          <a:bodyPr/>
          <a:lstStyle/>
          <a:p>
            <a:fld id="{E80C50CD-E178-4744-9B35-B2F624D6C5E9}" type="datetimeFigureOut">
              <a:rPr lang="en-US" smtClean="0"/>
              <a:t>4/17/2026</a:t>
            </a:fld>
            <a:endParaRPr lang="en-US"/>
          </a:p>
        </p:txBody>
      </p:sp>
      <p:sp>
        <p:nvSpPr>
          <p:cNvPr id="6" name="Footer Placeholder 5">
            <a:extLst>
              <a:ext uri="{FF2B5EF4-FFF2-40B4-BE49-F238E27FC236}">
                <a16:creationId xmlns:a16="http://schemas.microsoft.com/office/drawing/2014/main" id="{BA253AAC-5967-2565-A715-82D3505ABF0F}"/>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A4B51313-69FB-E016-3CC1-62CA476ED214}"/>
              </a:ext>
            </a:extLst>
          </p:cNvPr>
          <p:cNvSpPr>
            <a:spLocks noGrp="1"/>
          </p:cNvSpPr>
          <p:nvPr>
            <p:ph type="sldNum" sz="quarter" idx="12"/>
          </p:nvPr>
        </p:nvSpPr>
        <p:spPr/>
        <p:txBody>
          <a:bodyPr/>
          <a:lstStyle/>
          <a:p>
            <a:fld id="{148CC95F-0247-41B6-91CF-DC97C76A7088}" type="slidenum">
              <a:rPr lang="en-US" smtClean="0"/>
              <a:t>‹#›</a:t>
            </a:fld>
            <a:endParaRPr lang="en-US"/>
          </a:p>
        </p:txBody>
      </p:sp>
    </p:spTree>
    <p:extLst>
      <p:ext uri="{BB962C8B-B14F-4D97-AF65-F5344CB8AC3E}">
        <p14:creationId xmlns:p14="http://schemas.microsoft.com/office/powerpoint/2010/main" val="2631090514"/>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8B3DF9D-B849-CE37-97E4-AD37F880677F}"/>
              </a:ext>
            </a:extLst>
          </p:cNvPr>
          <p:cNvSpPr>
            <a:spLocks noGrp="1"/>
          </p:cNvSpPr>
          <p:nvPr>
            <p:ph type="title"/>
          </p:nvPr>
        </p:nvSpPr>
        <p:spPr>
          <a:xfrm>
            <a:off x="521208" y="978408"/>
            <a:ext cx="11164824" cy="1216152"/>
          </a:xfrm>
        </p:spPr>
        <p:txBody>
          <a:bodyPr/>
          <a:lstStyle/>
          <a:p>
            <a:r>
              <a:rPr lang="en-US"/>
              <a:t>Click to edit Master title style</a:t>
            </a:r>
          </a:p>
        </p:txBody>
      </p:sp>
      <p:sp>
        <p:nvSpPr>
          <p:cNvPr id="3" name="Text Placeholder 2">
            <a:extLst>
              <a:ext uri="{FF2B5EF4-FFF2-40B4-BE49-F238E27FC236}">
                <a16:creationId xmlns:a16="http://schemas.microsoft.com/office/drawing/2014/main" id="{79D4C626-4008-960A-E601-6AA9F4BB8D8B}"/>
              </a:ext>
            </a:extLst>
          </p:cNvPr>
          <p:cNvSpPr>
            <a:spLocks noGrp="1"/>
          </p:cNvSpPr>
          <p:nvPr>
            <p:ph type="body" idx="1"/>
          </p:nvPr>
        </p:nvSpPr>
        <p:spPr>
          <a:xfrm>
            <a:off x="521208" y="2340864"/>
            <a:ext cx="5166360" cy="658368"/>
          </a:xfrm>
        </p:spPr>
        <p:txBody>
          <a:bodyPr anchor="b">
            <a:normAutofit/>
          </a:bodyPr>
          <a:lstStyle>
            <a:lvl1pPr marL="0" indent="0">
              <a:buNone/>
              <a:defRPr sz="2200" b="0" i="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dirty="0"/>
              <a:t>Click to edit Master text styles</a:t>
            </a:r>
          </a:p>
        </p:txBody>
      </p:sp>
      <p:sp>
        <p:nvSpPr>
          <p:cNvPr id="4" name="Content Placeholder 3">
            <a:extLst>
              <a:ext uri="{FF2B5EF4-FFF2-40B4-BE49-F238E27FC236}">
                <a16:creationId xmlns:a16="http://schemas.microsoft.com/office/drawing/2014/main" id="{806E8D6C-AC07-ED6B-2EA8-9C40A5AEA748}"/>
              </a:ext>
            </a:extLst>
          </p:cNvPr>
          <p:cNvSpPr>
            <a:spLocks noGrp="1"/>
          </p:cNvSpPr>
          <p:nvPr>
            <p:ph sz="half" idx="2"/>
          </p:nvPr>
        </p:nvSpPr>
        <p:spPr>
          <a:xfrm>
            <a:off x="521208" y="3035808"/>
            <a:ext cx="5166360" cy="3310128"/>
          </a:xfrm>
        </p:spPr>
        <p:txBody>
          <a:body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5" name="Text Placeholder 4">
            <a:extLst>
              <a:ext uri="{FF2B5EF4-FFF2-40B4-BE49-F238E27FC236}">
                <a16:creationId xmlns:a16="http://schemas.microsoft.com/office/drawing/2014/main" id="{3C52617E-C6D9-246B-E7B7-8159DF17C0A3}"/>
              </a:ext>
            </a:extLst>
          </p:cNvPr>
          <p:cNvSpPr>
            <a:spLocks noGrp="1"/>
          </p:cNvSpPr>
          <p:nvPr>
            <p:ph type="body" sz="quarter" idx="3"/>
          </p:nvPr>
        </p:nvSpPr>
        <p:spPr>
          <a:xfrm>
            <a:off x="6519672" y="2340864"/>
            <a:ext cx="5166360" cy="658368"/>
          </a:xfrm>
        </p:spPr>
        <p:txBody>
          <a:bodyPr anchor="b">
            <a:normAutofit/>
          </a:bodyPr>
          <a:lstStyle>
            <a:lvl1pPr marL="0" indent="0">
              <a:buNone/>
              <a:defRPr sz="2200" b="0" i="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dirty="0"/>
              <a:t>Click to edit Master text styles</a:t>
            </a:r>
          </a:p>
        </p:txBody>
      </p:sp>
      <p:sp>
        <p:nvSpPr>
          <p:cNvPr id="6" name="Content Placeholder 5">
            <a:extLst>
              <a:ext uri="{FF2B5EF4-FFF2-40B4-BE49-F238E27FC236}">
                <a16:creationId xmlns:a16="http://schemas.microsoft.com/office/drawing/2014/main" id="{3DBC2094-7EBC-02C5-5AB5-233E63080A9C}"/>
              </a:ext>
            </a:extLst>
          </p:cNvPr>
          <p:cNvSpPr>
            <a:spLocks noGrp="1"/>
          </p:cNvSpPr>
          <p:nvPr>
            <p:ph sz="quarter" idx="4"/>
          </p:nvPr>
        </p:nvSpPr>
        <p:spPr>
          <a:xfrm>
            <a:off x="6519672" y="3035808"/>
            <a:ext cx="5166360" cy="3310128"/>
          </a:xfrm>
        </p:spPr>
        <p:txBody>
          <a:body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7" name="Date Placeholder 6">
            <a:extLst>
              <a:ext uri="{FF2B5EF4-FFF2-40B4-BE49-F238E27FC236}">
                <a16:creationId xmlns:a16="http://schemas.microsoft.com/office/drawing/2014/main" id="{23010BD2-59B4-FD2E-3C5E-C83AE6003985}"/>
              </a:ext>
            </a:extLst>
          </p:cNvPr>
          <p:cNvSpPr>
            <a:spLocks noGrp="1"/>
          </p:cNvSpPr>
          <p:nvPr>
            <p:ph type="dt" sz="half" idx="10"/>
          </p:nvPr>
        </p:nvSpPr>
        <p:spPr/>
        <p:txBody>
          <a:bodyPr/>
          <a:lstStyle/>
          <a:p>
            <a:fld id="{E80C50CD-E178-4744-9B35-B2F624D6C5E9}" type="datetimeFigureOut">
              <a:rPr lang="en-US" smtClean="0"/>
              <a:t>4/17/2026</a:t>
            </a:fld>
            <a:endParaRPr lang="en-US"/>
          </a:p>
        </p:txBody>
      </p:sp>
      <p:sp>
        <p:nvSpPr>
          <p:cNvPr id="8" name="Footer Placeholder 7">
            <a:extLst>
              <a:ext uri="{FF2B5EF4-FFF2-40B4-BE49-F238E27FC236}">
                <a16:creationId xmlns:a16="http://schemas.microsoft.com/office/drawing/2014/main" id="{E72B35C4-A654-7759-BDA0-94D9D1A21663}"/>
              </a:ext>
            </a:extLst>
          </p:cNvPr>
          <p:cNvSpPr>
            <a:spLocks noGrp="1"/>
          </p:cNvSpPr>
          <p:nvPr>
            <p:ph type="ftr" sz="quarter" idx="11"/>
          </p:nvPr>
        </p:nvSpPr>
        <p:spPr/>
        <p:txBody>
          <a:bodyPr/>
          <a:lstStyle/>
          <a:p>
            <a:endParaRPr lang="en-US"/>
          </a:p>
        </p:txBody>
      </p:sp>
      <p:sp>
        <p:nvSpPr>
          <p:cNvPr id="9" name="Slide Number Placeholder 8">
            <a:extLst>
              <a:ext uri="{FF2B5EF4-FFF2-40B4-BE49-F238E27FC236}">
                <a16:creationId xmlns:a16="http://schemas.microsoft.com/office/drawing/2014/main" id="{F55F4347-2EC0-CA6E-2637-8048456D7ECB}"/>
              </a:ext>
            </a:extLst>
          </p:cNvPr>
          <p:cNvSpPr>
            <a:spLocks noGrp="1"/>
          </p:cNvSpPr>
          <p:nvPr>
            <p:ph type="sldNum" sz="quarter" idx="12"/>
          </p:nvPr>
        </p:nvSpPr>
        <p:spPr/>
        <p:txBody>
          <a:bodyPr/>
          <a:lstStyle/>
          <a:p>
            <a:fld id="{148CC95F-0247-41B6-91CF-DC97C76A7088}" type="slidenum">
              <a:rPr lang="en-US" smtClean="0"/>
              <a:t>‹#›</a:t>
            </a:fld>
            <a:endParaRPr lang="en-US"/>
          </a:p>
        </p:txBody>
      </p:sp>
    </p:spTree>
    <p:extLst>
      <p:ext uri="{BB962C8B-B14F-4D97-AF65-F5344CB8AC3E}">
        <p14:creationId xmlns:p14="http://schemas.microsoft.com/office/powerpoint/2010/main" val="269823531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734716D-52F2-C7FB-83B1-2DA1AD375EAE}"/>
              </a:ext>
            </a:extLst>
          </p:cNvPr>
          <p:cNvSpPr>
            <a:spLocks noGrp="1"/>
          </p:cNvSpPr>
          <p:nvPr>
            <p:ph type="title"/>
          </p:nvPr>
        </p:nvSpPr>
        <p:spPr/>
        <p:txBody>
          <a:bodyPr/>
          <a:lstStyle/>
          <a:p>
            <a:r>
              <a:rPr lang="en-US" dirty="0"/>
              <a:t>Click to edit Master title style</a:t>
            </a:r>
          </a:p>
        </p:txBody>
      </p:sp>
      <p:sp>
        <p:nvSpPr>
          <p:cNvPr id="3" name="Date Placeholder 2">
            <a:extLst>
              <a:ext uri="{FF2B5EF4-FFF2-40B4-BE49-F238E27FC236}">
                <a16:creationId xmlns:a16="http://schemas.microsoft.com/office/drawing/2014/main" id="{56F4A371-AC27-6A28-32E6-74A28371BF55}"/>
              </a:ext>
            </a:extLst>
          </p:cNvPr>
          <p:cNvSpPr>
            <a:spLocks noGrp="1"/>
          </p:cNvSpPr>
          <p:nvPr>
            <p:ph type="dt" sz="half" idx="10"/>
          </p:nvPr>
        </p:nvSpPr>
        <p:spPr/>
        <p:txBody>
          <a:bodyPr/>
          <a:lstStyle/>
          <a:p>
            <a:fld id="{E80C50CD-E178-4744-9B35-B2F624D6C5E9}" type="datetimeFigureOut">
              <a:rPr lang="en-US" smtClean="0"/>
              <a:t>4/17/2026</a:t>
            </a:fld>
            <a:endParaRPr lang="en-US"/>
          </a:p>
        </p:txBody>
      </p:sp>
      <p:sp>
        <p:nvSpPr>
          <p:cNvPr id="4" name="Footer Placeholder 3">
            <a:extLst>
              <a:ext uri="{FF2B5EF4-FFF2-40B4-BE49-F238E27FC236}">
                <a16:creationId xmlns:a16="http://schemas.microsoft.com/office/drawing/2014/main" id="{D155941A-A24E-885D-E894-0326F4C4004D}"/>
              </a:ext>
            </a:extLst>
          </p:cNvPr>
          <p:cNvSpPr>
            <a:spLocks noGrp="1"/>
          </p:cNvSpPr>
          <p:nvPr>
            <p:ph type="ftr" sz="quarter" idx="11"/>
          </p:nvPr>
        </p:nvSpPr>
        <p:spPr/>
        <p:txBody>
          <a:bodyPr/>
          <a:lstStyle/>
          <a:p>
            <a:endParaRPr lang="en-US"/>
          </a:p>
        </p:txBody>
      </p:sp>
      <p:sp>
        <p:nvSpPr>
          <p:cNvPr id="5" name="Slide Number Placeholder 4">
            <a:extLst>
              <a:ext uri="{FF2B5EF4-FFF2-40B4-BE49-F238E27FC236}">
                <a16:creationId xmlns:a16="http://schemas.microsoft.com/office/drawing/2014/main" id="{99D5E5B4-971F-FF6A-1B07-A5C85370552D}"/>
              </a:ext>
            </a:extLst>
          </p:cNvPr>
          <p:cNvSpPr>
            <a:spLocks noGrp="1"/>
          </p:cNvSpPr>
          <p:nvPr>
            <p:ph type="sldNum" sz="quarter" idx="12"/>
          </p:nvPr>
        </p:nvSpPr>
        <p:spPr/>
        <p:txBody>
          <a:bodyPr/>
          <a:lstStyle/>
          <a:p>
            <a:fld id="{148CC95F-0247-41B6-91CF-DC97C76A7088}" type="slidenum">
              <a:rPr lang="en-US" smtClean="0"/>
              <a:t>‹#›</a:t>
            </a:fld>
            <a:endParaRPr lang="en-US"/>
          </a:p>
        </p:txBody>
      </p:sp>
    </p:spTree>
    <p:extLst>
      <p:ext uri="{BB962C8B-B14F-4D97-AF65-F5344CB8AC3E}">
        <p14:creationId xmlns:p14="http://schemas.microsoft.com/office/powerpoint/2010/main" val="298604395"/>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showMasterSp="0"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199F431F-E6DC-4137-3092-A30A0A3628EC}"/>
              </a:ext>
            </a:extLst>
          </p:cNvPr>
          <p:cNvSpPr>
            <a:spLocks noGrp="1"/>
          </p:cNvSpPr>
          <p:nvPr>
            <p:ph type="dt" sz="half" idx="10"/>
          </p:nvPr>
        </p:nvSpPr>
        <p:spPr/>
        <p:txBody>
          <a:bodyPr/>
          <a:lstStyle/>
          <a:p>
            <a:fld id="{E80C50CD-E178-4744-9B35-B2F624D6C5E9}" type="datetimeFigureOut">
              <a:rPr lang="en-US" smtClean="0"/>
              <a:t>4/17/2026</a:t>
            </a:fld>
            <a:endParaRPr lang="en-US"/>
          </a:p>
        </p:txBody>
      </p:sp>
      <p:sp>
        <p:nvSpPr>
          <p:cNvPr id="3" name="Footer Placeholder 2">
            <a:extLst>
              <a:ext uri="{FF2B5EF4-FFF2-40B4-BE49-F238E27FC236}">
                <a16:creationId xmlns:a16="http://schemas.microsoft.com/office/drawing/2014/main" id="{06AC814B-67B4-C70F-FA51-6205D5E2CB81}"/>
              </a:ext>
            </a:extLst>
          </p:cNvPr>
          <p:cNvSpPr>
            <a:spLocks noGrp="1"/>
          </p:cNvSpPr>
          <p:nvPr>
            <p:ph type="ftr" sz="quarter" idx="11"/>
          </p:nvPr>
        </p:nvSpPr>
        <p:spPr/>
        <p:txBody>
          <a:bodyPr/>
          <a:lstStyle/>
          <a:p>
            <a:endParaRPr lang="en-US"/>
          </a:p>
        </p:txBody>
      </p:sp>
      <p:sp>
        <p:nvSpPr>
          <p:cNvPr id="4" name="Slide Number Placeholder 3">
            <a:extLst>
              <a:ext uri="{FF2B5EF4-FFF2-40B4-BE49-F238E27FC236}">
                <a16:creationId xmlns:a16="http://schemas.microsoft.com/office/drawing/2014/main" id="{91EAA9C9-D895-DD20-1089-EA75EA428951}"/>
              </a:ext>
            </a:extLst>
          </p:cNvPr>
          <p:cNvSpPr>
            <a:spLocks noGrp="1"/>
          </p:cNvSpPr>
          <p:nvPr>
            <p:ph type="sldNum" sz="quarter" idx="12"/>
          </p:nvPr>
        </p:nvSpPr>
        <p:spPr/>
        <p:txBody>
          <a:bodyPr/>
          <a:lstStyle/>
          <a:p>
            <a:fld id="{148CC95F-0247-41B6-91CF-DC97C76A7088}" type="slidenum">
              <a:rPr lang="en-US" smtClean="0"/>
              <a:t>‹#›</a:t>
            </a:fld>
            <a:endParaRPr lang="en-US"/>
          </a:p>
        </p:txBody>
      </p:sp>
    </p:spTree>
    <p:extLst>
      <p:ext uri="{BB962C8B-B14F-4D97-AF65-F5344CB8AC3E}">
        <p14:creationId xmlns:p14="http://schemas.microsoft.com/office/powerpoint/2010/main" val="1311268495"/>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BB50562-884C-9053-70C1-3B72A0B45EA6}"/>
              </a:ext>
            </a:extLst>
          </p:cNvPr>
          <p:cNvSpPr>
            <a:spLocks noGrp="1"/>
          </p:cNvSpPr>
          <p:nvPr>
            <p:ph type="title"/>
          </p:nvPr>
        </p:nvSpPr>
        <p:spPr>
          <a:xfrm>
            <a:off x="521208" y="978408"/>
            <a:ext cx="5020056" cy="2459736"/>
          </a:xfrm>
        </p:spPr>
        <p:txBody>
          <a:bodyPr anchor="t">
            <a:noAutofit/>
          </a:bodyPr>
          <a:lstStyle>
            <a:lvl1pPr>
              <a:defRPr sz="4400"/>
            </a:lvl1pPr>
          </a:lstStyle>
          <a:p>
            <a:r>
              <a:rPr lang="en-US" dirty="0"/>
              <a:t>Click to edit Master title style</a:t>
            </a:r>
          </a:p>
        </p:txBody>
      </p:sp>
      <p:sp>
        <p:nvSpPr>
          <p:cNvPr id="3" name="Content Placeholder 2">
            <a:extLst>
              <a:ext uri="{FF2B5EF4-FFF2-40B4-BE49-F238E27FC236}">
                <a16:creationId xmlns:a16="http://schemas.microsoft.com/office/drawing/2014/main" id="{0318F509-68F0-39D5-1A8B-CE246715AE46}"/>
              </a:ext>
            </a:extLst>
          </p:cNvPr>
          <p:cNvSpPr>
            <a:spLocks noGrp="1"/>
          </p:cNvSpPr>
          <p:nvPr>
            <p:ph idx="1"/>
          </p:nvPr>
        </p:nvSpPr>
        <p:spPr>
          <a:xfrm>
            <a:off x="6519672" y="987424"/>
            <a:ext cx="5166360" cy="5358384"/>
          </a:xfrm>
        </p:spPr>
        <p:txBody>
          <a:bodyPr>
            <a:normAutofit/>
          </a:bodyPr>
          <a:lstStyle>
            <a:lvl1pPr>
              <a:defRPr sz="2000"/>
            </a:lvl1pPr>
            <a:lvl2pPr>
              <a:defRPr sz="1800"/>
            </a:lvl2pPr>
            <a:lvl3pPr>
              <a:defRPr sz="1600"/>
            </a:lvl3pPr>
            <a:lvl4pPr>
              <a:defRPr sz="1400"/>
            </a:lvl4pPr>
            <a:lvl5pPr>
              <a:defRPr sz="1400"/>
            </a:lvl5pPr>
            <a:lvl6pPr>
              <a:defRPr sz="2000"/>
            </a:lvl6pPr>
            <a:lvl7pPr>
              <a:defRPr sz="2000"/>
            </a:lvl7pPr>
            <a:lvl8pPr>
              <a:defRPr sz="2000"/>
            </a:lvl8pPr>
            <a:lvl9pPr>
              <a:defRPr sz="2000"/>
            </a:lvl9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4" name="Text Placeholder 3">
            <a:extLst>
              <a:ext uri="{FF2B5EF4-FFF2-40B4-BE49-F238E27FC236}">
                <a16:creationId xmlns:a16="http://schemas.microsoft.com/office/drawing/2014/main" id="{F158E37C-27CE-3A84-FC74-BDCCD8A9A3EC}"/>
              </a:ext>
            </a:extLst>
          </p:cNvPr>
          <p:cNvSpPr>
            <a:spLocks noGrp="1"/>
          </p:cNvSpPr>
          <p:nvPr>
            <p:ph type="body" sz="half" idx="2"/>
          </p:nvPr>
        </p:nvSpPr>
        <p:spPr>
          <a:xfrm>
            <a:off x="521208" y="3575304"/>
            <a:ext cx="5020056" cy="2770632"/>
          </a:xfrm>
        </p:spPr>
        <p:txBody>
          <a:bodyPr>
            <a:normAutofit/>
          </a:bodyPr>
          <a:lstStyle>
            <a:lvl1pPr marL="0" indent="0">
              <a:buNone/>
              <a:defRPr sz="2200" i="1"/>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02A95F79-E23E-11D2-40BF-66ED340195DB}"/>
              </a:ext>
            </a:extLst>
          </p:cNvPr>
          <p:cNvSpPr>
            <a:spLocks noGrp="1"/>
          </p:cNvSpPr>
          <p:nvPr>
            <p:ph type="dt" sz="half" idx="10"/>
          </p:nvPr>
        </p:nvSpPr>
        <p:spPr/>
        <p:txBody>
          <a:bodyPr/>
          <a:lstStyle/>
          <a:p>
            <a:fld id="{E80C50CD-E178-4744-9B35-B2F624D6C5E9}" type="datetimeFigureOut">
              <a:rPr lang="en-US" smtClean="0"/>
              <a:t>4/17/2026</a:t>
            </a:fld>
            <a:endParaRPr lang="en-US"/>
          </a:p>
        </p:txBody>
      </p:sp>
      <p:sp>
        <p:nvSpPr>
          <p:cNvPr id="6" name="Footer Placeholder 5">
            <a:extLst>
              <a:ext uri="{FF2B5EF4-FFF2-40B4-BE49-F238E27FC236}">
                <a16:creationId xmlns:a16="http://schemas.microsoft.com/office/drawing/2014/main" id="{4457F7FC-06F3-3D89-5D1A-4EC4B1D7355E}"/>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9554ACD5-6E0B-5713-DC9A-41E9D62AB12D}"/>
              </a:ext>
            </a:extLst>
          </p:cNvPr>
          <p:cNvSpPr>
            <a:spLocks noGrp="1"/>
          </p:cNvSpPr>
          <p:nvPr>
            <p:ph type="sldNum" sz="quarter" idx="12"/>
          </p:nvPr>
        </p:nvSpPr>
        <p:spPr/>
        <p:txBody>
          <a:bodyPr/>
          <a:lstStyle/>
          <a:p>
            <a:fld id="{148CC95F-0247-41B6-91CF-DC97C76A7088}" type="slidenum">
              <a:rPr lang="en-US" smtClean="0"/>
              <a:t>‹#›</a:t>
            </a:fld>
            <a:endParaRPr lang="en-US"/>
          </a:p>
        </p:txBody>
      </p:sp>
    </p:spTree>
    <p:extLst>
      <p:ext uri="{BB962C8B-B14F-4D97-AF65-F5344CB8AC3E}">
        <p14:creationId xmlns:p14="http://schemas.microsoft.com/office/powerpoint/2010/main" val="266933631"/>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F5B2D45-7CDB-D38C-2AAE-273F797674E1}"/>
              </a:ext>
            </a:extLst>
          </p:cNvPr>
          <p:cNvSpPr>
            <a:spLocks noGrp="1"/>
          </p:cNvSpPr>
          <p:nvPr>
            <p:ph type="title"/>
          </p:nvPr>
        </p:nvSpPr>
        <p:spPr>
          <a:xfrm>
            <a:off x="521208" y="978408"/>
            <a:ext cx="5020056" cy="2459736"/>
          </a:xfrm>
        </p:spPr>
        <p:txBody>
          <a:bodyPr anchor="t">
            <a:noAutofit/>
          </a:bodyPr>
          <a:lstStyle>
            <a:lvl1pPr>
              <a:defRPr sz="4400"/>
            </a:lvl1pPr>
          </a:lstStyle>
          <a:p>
            <a:r>
              <a:rPr lang="en-US" dirty="0"/>
              <a:t>Click to edit Master title style</a:t>
            </a:r>
          </a:p>
        </p:txBody>
      </p:sp>
      <p:sp>
        <p:nvSpPr>
          <p:cNvPr id="3" name="Picture Placeholder 2">
            <a:extLst>
              <a:ext uri="{FF2B5EF4-FFF2-40B4-BE49-F238E27FC236}">
                <a16:creationId xmlns:a16="http://schemas.microsoft.com/office/drawing/2014/main" id="{CCBF0855-1744-56E4-B115-3A3C5EA7834B}"/>
              </a:ext>
            </a:extLst>
          </p:cNvPr>
          <p:cNvSpPr>
            <a:spLocks noGrp="1"/>
          </p:cNvSpPr>
          <p:nvPr>
            <p:ph type="pic" idx="1"/>
          </p:nvPr>
        </p:nvSpPr>
        <p:spPr>
          <a:xfrm>
            <a:off x="6519672" y="987424"/>
            <a:ext cx="5166360" cy="5358384"/>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a:extLst>
              <a:ext uri="{FF2B5EF4-FFF2-40B4-BE49-F238E27FC236}">
                <a16:creationId xmlns:a16="http://schemas.microsoft.com/office/drawing/2014/main" id="{385E8A1D-28AE-4A19-BD96-401D4822A53D}"/>
              </a:ext>
            </a:extLst>
          </p:cNvPr>
          <p:cNvSpPr>
            <a:spLocks noGrp="1"/>
          </p:cNvSpPr>
          <p:nvPr>
            <p:ph type="body" sz="half" idx="2"/>
          </p:nvPr>
        </p:nvSpPr>
        <p:spPr>
          <a:xfrm>
            <a:off x="521208" y="3575304"/>
            <a:ext cx="5020056" cy="2770632"/>
          </a:xfrm>
        </p:spPr>
        <p:txBody>
          <a:bodyPr>
            <a:normAutofit/>
          </a:bodyPr>
          <a:lstStyle>
            <a:lvl1pPr marL="0" indent="0">
              <a:buNone/>
              <a:defRPr sz="2200" i="1"/>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97327DDB-CE95-4C89-DFC5-7DDBFC24E89C}"/>
              </a:ext>
            </a:extLst>
          </p:cNvPr>
          <p:cNvSpPr>
            <a:spLocks noGrp="1"/>
          </p:cNvSpPr>
          <p:nvPr>
            <p:ph type="dt" sz="half" idx="10"/>
          </p:nvPr>
        </p:nvSpPr>
        <p:spPr/>
        <p:txBody>
          <a:bodyPr/>
          <a:lstStyle/>
          <a:p>
            <a:fld id="{E80C50CD-E178-4744-9B35-B2F624D6C5E9}" type="datetimeFigureOut">
              <a:rPr lang="en-US" smtClean="0"/>
              <a:t>4/17/2026</a:t>
            </a:fld>
            <a:endParaRPr lang="en-US"/>
          </a:p>
        </p:txBody>
      </p:sp>
      <p:sp>
        <p:nvSpPr>
          <p:cNvPr id="6" name="Footer Placeholder 5">
            <a:extLst>
              <a:ext uri="{FF2B5EF4-FFF2-40B4-BE49-F238E27FC236}">
                <a16:creationId xmlns:a16="http://schemas.microsoft.com/office/drawing/2014/main" id="{0522C835-F3B5-943C-FFC4-D5BA9666AF34}"/>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68709891-6E3C-ADED-01DD-15FCED37AF4A}"/>
              </a:ext>
            </a:extLst>
          </p:cNvPr>
          <p:cNvSpPr>
            <a:spLocks noGrp="1"/>
          </p:cNvSpPr>
          <p:nvPr>
            <p:ph type="sldNum" sz="quarter" idx="12"/>
          </p:nvPr>
        </p:nvSpPr>
        <p:spPr/>
        <p:txBody>
          <a:bodyPr/>
          <a:lstStyle/>
          <a:p>
            <a:fld id="{148CC95F-0247-41B6-91CF-DC97C76A7088}" type="slidenum">
              <a:rPr lang="en-US" smtClean="0"/>
              <a:t>‹#›</a:t>
            </a:fld>
            <a:endParaRPr lang="en-US"/>
          </a:p>
        </p:txBody>
      </p:sp>
    </p:spTree>
    <p:extLst>
      <p:ext uri="{BB962C8B-B14F-4D97-AF65-F5344CB8AC3E}">
        <p14:creationId xmlns:p14="http://schemas.microsoft.com/office/powerpoint/2010/main" val="146428280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6C36771-E72D-FAD8-771E-3E196DD2E1C8}"/>
              </a:ext>
            </a:extLst>
          </p:cNvPr>
          <p:cNvSpPr>
            <a:spLocks noGrp="1"/>
          </p:cNvSpPr>
          <p:nvPr>
            <p:ph type="title"/>
          </p:nvPr>
        </p:nvSpPr>
        <p:spPr/>
        <p:txBody>
          <a:bodyPr/>
          <a:lstStyle/>
          <a:p>
            <a:r>
              <a:rPr lang="en-US"/>
              <a:t>Click to edit Master title style</a:t>
            </a:r>
          </a:p>
        </p:txBody>
      </p:sp>
      <p:sp>
        <p:nvSpPr>
          <p:cNvPr id="3" name="Vertical Text Placeholder 2">
            <a:extLst>
              <a:ext uri="{FF2B5EF4-FFF2-40B4-BE49-F238E27FC236}">
                <a16:creationId xmlns:a16="http://schemas.microsoft.com/office/drawing/2014/main" id="{DB5BB827-257D-60D9-792F-E69590042971}"/>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2CE5D2E7-C856-F78A-E88C-375474982A5F}"/>
              </a:ext>
            </a:extLst>
          </p:cNvPr>
          <p:cNvSpPr>
            <a:spLocks noGrp="1"/>
          </p:cNvSpPr>
          <p:nvPr>
            <p:ph type="dt" sz="half" idx="10"/>
          </p:nvPr>
        </p:nvSpPr>
        <p:spPr/>
        <p:txBody>
          <a:bodyPr/>
          <a:lstStyle/>
          <a:p>
            <a:fld id="{E80C50CD-E178-4744-9B35-B2F624D6C5E9}" type="datetimeFigureOut">
              <a:rPr lang="en-US" smtClean="0"/>
              <a:t>4/17/2026</a:t>
            </a:fld>
            <a:endParaRPr lang="en-US"/>
          </a:p>
        </p:txBody>
      </p:sp>
      <p:sp>
        <p:nvSpPr>
          <p:cNvPr id="5" name="Footer Placeholder 4">
            <a:extLst>
              <a:ext uri="{FF2B5EF4-FFF2-40B4-BE49-F238E27FC236}">
                <a16:creationId xmlns:a16="http://schemas.microsoft.com/office/drawing/2014/main" id="{0FDAB289-9591-51C9-9E3C-B6F2ACC6A62A}"/>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27FE037C-790D-7442-8E43-D2740B3952B1}"/>
              </a:ext>
            </a:extLst>
          </p:cNvPr>
          <p:cNvSpPr>
            <a:spLocks noGrp="1"/>
          </p:cNvSpPr>
          <p:nvPr>
            <p:ph type="sldNum" sz="quarter" idx="12"/>
          </p:nvPr>
        </p:nvSpPr>
        <p:spPr/>
        <p:txBody>
          <a:bodyPr/>
          <a:lstStyle/>
          <a:p>
            <a:fld id="{148CC95F-0247-41B6-91CF-DC97C76A7088}" type="slidenum">
              <a:rPr lang="en-US" smtClean="0"/>
              <a:t>‹#›</a:t>
            </a:fld>
            <a:endParaRPr lang="en-US"/>
          </a:p>
        </p:txBody>
      </p:sp>
    </p:spTree>
    <p:extLst>
      <p:ext uri="{BB962C8B-B14F-4D97-AF65-F5344CB8AC3E}">
        <p14:creationId xmlns:p14="http://schemas.microsoft.com/office/powerpoint/2010/main" val="1968806822"/>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showMasterSp="0"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C2635151-A38B-3766-6A32-FF1DF7687D9F}"/>
              </a:ext>
            </a:extLst>
          </p:cNvPr>
          <p:cNvSpPr>
            <a:spLocks noGrp="1"/>
          </p:cNvSpPr>
          <p:nvPr>
            <p:ph type="title" orient="vert"/>
          </p:nvPr>
        </p:nvSpPr>
        <p:spPr>
          <a:xfrm>
            <a:off x="8659368" y="978408"/>
            <a:ext cx="2551176" cy="5367528"/>
          </a:xfrm>
        </p:spPr>
        <p:txBody>
          <a:bodyPr vert="eaVert"/>
          <a:lstStyle/>
          <a:p>
            <a:r>
              <a:rPr lang="en-US" dirty="0"/>
              <a:t>Click to edit Master title style</a:t>
            </a:r>
          </a:p>
        </p:txBody>
      </p:sp>
      <p:sp>
        <p:nvSpPr>
          <p:cNvPr id="3" name="Vertical Text Placeholder 2">
            <a:extLst>
              <a:ext uri="{FF2B5EF4-FFF2-40B4-BE49-F238E27FC236}">
                <a16:creationId xmlns:a16="http://schemas.microsoft.com/office/drawing/2014/main" id="{33D132D1-640C-FB9A-AD6F-D845738349F6}"/>
              </a:ext>
            </a:extLst>
          </p:cNvPr>
          <p:cNvSpPr>
            <a:spLocks noGrp="1"/>
          </p:cNvSpPr>
          <p:nvPr>
            <p:ph type="body" orient="vert" idx="1"/>
          </p:nvPr>
        </p:nvSpPr>
        <p:spPr>
          <a:xfrm>
            <a:off x="521208" y="978408"/>
            <a:ext cx="8010144" cy="5367528"/>
          </a:xfrm>
        </p:spPr>
        <p:txBody>
          <a:bodyPr vert="eaVert"/>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4" name="Date Placeholder 3">
            <a:extLst>
              <a:ext uri="{FF2B5EF4-FFF2-40B4-BE49-F238E27FC236}">
                <a16:creationId xmlns:a16="http://schemas.microsoft.com/office/drawing/2014/main" id="{6955F80A-4BA7-8ED8-9A62-B92194272620}"/>
              </a:ext>
            </a:extLst>
          </p:cNvPr>
          <p:cNvSpPr>
            <a:spLocks noGrp="1"/>
          </p:cNvSpPr>
          <p:nvPr>
            <p:ph type="dt" sz="half" idx="10"/>
          </p:nvPr>
        </p:nvSpPr>
        <p:spPr/>
        <p:txBody>
          <a:bodyPr/>
          <a:lstStyle/>
          <a:p>
            <a:fld id="{E80C50CD-E178-4744-9B35-B2F624D6C5E9}" type="datetimeFigureOut">
              <a:rPr lang="en-US" smtClean="0"/>
              <a:t>4/17/2026</a:t>
            </a:fld>
            <a:endParaRPr lang="en-US"/>
          </a:p>
        </p:txBody>
      </p:sp>
      <p:sp>
        <p:nvSpPr>
          <p:cNvPr id="5" name="Footer Placeholder 4">
            <a:extLst>
              <a:ext uri="{FF2B5EF4-FFF2-40B4-BE49-F238E27FC236}">
                <a16:creationId xmlns:a16="http://schemas.microsoft.com/office/drawing/2014/main" id="{85E38113-D55A-A1A0-D1FE-53C95860FB63}"/>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68919DDB-F89D-4B2D-21A2-82AF1D1023E4}"/>
              </a:ext>
            </a:extLst>
          </p:cNvPr>
          <p:cNvSpPr>
            <a:spLocks noGrp="1"/>
          </p:cNvSpPr>
          <p:nvPr>
            <p:ph type="sldNum" sz="quarter" idx="12"/>
          </p:nvPr>
        </p:nvSpPr>
        <p:spPr/>
        <p:txBody>
          <a:bodyPr/>
          <a:lstStyle/>
          <a:p>
            <a:fld id="{148CC95F-0247-41B6-91CF-DC97C76A7088}" type="slidenum">
              <a:rPr lang="en-US" smtClean="0"/>
              <a:t>‹#›</a:t>
            </a:fld>
            <a:endParaRPr lang="en-US"/>
          </a:p>
        </p:txBody>
      </p:sp>
      <p:sp>
        <p:nvSpPr>
          <p:cNvPr id="7" name="Rectangle 6">
            <a:extLst>
              <a:ext uri="{FF2B5EF4-FFF2-40B4-BE49-F238E27FC236}">
                <a16:creationId xmlns:a16="http://schemas.microsoft.com/office/drawing/2014/main" id="{262572D8-D485-1DB1-34B1-C35C61C89940}"/>
              </a:ext>
            </a:extLst>
          </p:cNvPr>
          <p:cNvSpPr/>
          <p:nvPr/>
        </p:nvSpPr>
        <p:spPr>
          <a:xfrm rot="5400000">
            <a:off x="8936623" y="3585018"/>
            <a:ext cx="5325734" cy="149279"/>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2415660966"/>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C31A28D7-6581-4956-AAE3-9104804DF55B}"/>
              </a:ext>
            </a:extLst>
          </p:cNvPr>
          <p:cNvSpPr>
            <a:spLocks noGrp="1"/>
          </p:cNvSpPr>
          <p:nvPr>
            <p:ph type="title"/>
          </p:nvPr>
        </p:nvSpPr>
        <p:spPr>
          <a:xfrm>
            <a:off x="521208" y="978408"/>
            <a:ext cx="11155680" cy="1463040"/>
          </a:xfrm>
          <a:prstGeom prst="rect">
            <a:avLst/>
          </a:prstGeom>
        </p:spPr>
        <p:txBody>
          <a:bodyPr vert="horz" lIns="91440" tIns="45720" rIns="91440" bIns="45720" rtlCol="0" anchor="t">
            <a:normAutofit/>
          </a:bodyPr>
          <a:lstStyle/>
          <a:p>
            <a:r>
              <a:rPr lang="en-US" dirty="0"/>
              <a:t>Click to edit Master title style</a:t>
            </a:r>
          </a:p>
        </p:txBody>
      </p:sp>
      <p:sp>
        <p:nvSpPr>
          <p:cNvPr id="3" name="Text Placeholder 2">
            <a:extLst>
              <a:ext uri="{FF2B5EF4-FFF2-40B4-BE49-F238E27FC236}">
                <a16:creationId xmlns:a16="http://schemas.microsoft.com/office/drawing/2014/main" id="{F3CFCCA4-57A4-08A1-FC45-D2BBA66FABFA}"/>
              </a:ext>
            </a:extLst>
          </p:cNvPr>
          <p:cNvSpPr>
            <a:spLocks noGrp="1"/>
          </p:cNvSpPr>
          <p:nvPr>
            <p:ph type="body" idx="1"/>
          </p:nvPr>
        </p:nvSpPr>
        <p:spPr>
          <a:xfrm>
            <a:off x="521208" y="2578608"/>
            <a:ext cx="11155680" cy="3767328"/>
          </a:xfrm>
          <a:prstGeom prst="rect">
            <a:avLst/>
          </a:prstGeom>
        </p:spPr>
        <p:txBody>
          <a:bodyPr vert="horz" lIns="91440" tIns="45720" rIns="91440" bIns="45720" rtlCol="0">
            <a:normAutofit/>
          </a:body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4" name="Date Placeholder 3">
            <a:extLst>
              <a:ext uri="{FF2B5EF4-FFF2-40B4-BE49-F238E27FC236}">
                <a16:creationId xmlns:a16="http://schemas.microsoft.com/office/drawing/2014/main" id="{B0FAA0F4-2442-8D45-3C3D-1B8F55C8683A}"/>
              </a:ext>
            </a:extLst>
          </p:cNvPr>
          <p:cNvSpPr>
            <a:spLocks noGrp="1"/>
          </p:cNvSpPr>
          <p:nvPr>
            <p:ph type="dt" sz="half" idx="2"/>
          </p:nvPr>
        </p:nvSpPr>
        <p:spPr>
          <a:xfrm>
            <a:off x="521208" y="6419088"/>
            <a:ext cx="2743200" cy="365125"/>
          </a:xfrm>
          <a:prstGeom prst="rect">
            <a:avLst/>
          </a:prstGeom>
        </p:spPr>
        <p:txBody>
          <a:bodyPr vert="horz" lIns="91440" tIns="45720" rIns="91440" bIns="45720" rtlCol="0" anchor="ctr"/>
          <a:lstStyle>
            <a:lvl1pPr algn="l">
              <a:defRPr sz="900">
                <a:solidFill>
                  <a:schemeClr val="tx1"/>
                </a:solidFill>
              </a:defRPr>
            </a:lvl1pPr>
          </a:lstStyle>
          <a:p>
            <a:fld id="{E80C50CD-E178-4744-9B35-B2F624D6C5E9}" type="datetimeFigureOut">
              <a:rPr lang="en-US" smtClean="0"/>
              <a:pPr/>
              <a:t>4/17/2026</a:t>
            </a:fld>
            <a:endParaRPr lang="en-US"/>
          </a:p>
        </p:txBody>
      </p:sp>
      <p:sp>
        <p:nvSpPr>
          <p:cNvPr id="5" name="Footer Placeholder 4">
            <a:extLst>
              <a:ext uri="{FF2B5EF4-FFF2-40B4-BE49-F238E27FC236}">
                <a16:creationId xmlns:a16="http://schemas.microsoft.com/office/drawing/2014/main" id="{9E03785E-FB42-1D54-92AC-D0A61A8FABD4}"/>
              </a:ext>
            </a:extLst>
          </p:cNvPr>
          <p:cNvSpPr>
            <a:spLocks noGrp="1"/>
          </p:cNvSpPr>
          <p:nvPr>
            <p:ph type="ftr" sz="quarter" idx="3"/>
          </p:nvPr>
        </p:nvSpPr>
        <p:spPr>
          <a:xfrm>
            <a:off x="521208" y="100584"/>
            <a:ext cx="4114800" cy="365125"/>
          </a:xfrm>
          <a:prstGeom prst="rect">
            <a:avLst/>
          </a:prstGeom>
        </p:spPr>
        <p:txBody>
          <a:bodyPr vert="horz" lIns="91440" tIns="45720" rIns="91440" bIns="45720" rtlCol="0" anchor="ctr"/>
          <a:lstStyle>
            <a:lvl1pPr algn="l">
              <a:defRPr sz="900">
                <a:solidFill>
                  <a:schemeClr val="tx1"/>
                </a:solidFill>
              </a:defRPr>
            </a:lvl1pPr>
          </a:lstStyle>
          <a:p>
            <a:endParaRPr lang="en-US" dirty="0"/>
          </a:p>
        </p:txBody>
      </p:sp>
      <p:sp>
        <p:nvSpPr>
          <p:cNvPr id="6" name="Slide Number Placeholder 5">
            <a:extLst>
              <a:ext uri="{FF2B5EF4-FFF2-40B4-BE49-F238E27FC236}">
                <a16:creationId xmlns:a16="http://schemas.microsoft.com/office/drawing/2014/main" id="{BCC9CF34-1274-DB45-4809-90E5D244A9AE}"/>
              </a:ext>
            </a:extLst>
          </p:cNvPr>
          <p:cNvSpPr>
            <a:spLocks noGrp="1"/>
          </p:cNvSpPr>
          <p:nvPr>
            <p:ph type="sldNum" sz="quarter" idx="4"/>
          </p:nvPr>
        </p:nvSpPr>
        <p:spPr>
          <a:xfrm>
            <a:off x="11457432" y="6419088"/>
            <a:ext cx="640080" cy="365125"/>
          </a:xfrm>
          <a:prstGeom prst="rect">
            <a:avLst/>
          </a:prstGeom>
        </p:spPr>
        <p:txBody>
          <a:bodyPr vert="horz" lIns="91440" tIns="45720" rIns="91440" bIns="45720" rtlCol="0" anchor="ctr"/>
          <a:lstStyle>
            <a:lvl1pPr algn="r">
              <a:defRPr sz="900">
                <a:solidFill>
                  <a:schemeClr val="tx1"/>
                </a:solidFill>
              </a:defRPr>
            </a:lvl1pPr>
          </a:lstStyle>
          <a:p>
            <a:fld id="{148CC95F-0247-41B6-91CF-DC97C76A7088}" type="slidenum">
              <a:rPr lang="en-US" smtClean="0"/>
              <a:pPr/>
              <a:t>‹#›</a:t>
            </a:fld>
            <a:endParaRPr lang="en-US"/>
          </a:p>
        </p:txBody>
      </p:sp>
      <p:sp>
        <p:nvSpPr>
          <p:cNvPr id="7" name="Freeform: Shape 6">
            <a:extLst>
              <a:ext uri="{FF2B5EF4-FFF2-40B4-BE49-F238E27FC236}">
                <a16:creationId xmlns:a16="http://schemas.microsoft.com/office/drawing/2014/main" id="{774A975B-A886-5202-0489-6965514A0D14}"/>
              </a:ext>
              <a:ext uri="{C183D7F6-B498-43B3-948B-1728B52AA6E4}">
                <adec:decorative xmlns:adec="http://schemas.microsoft.com/office/drawing/2017/decorative" val="1"/>
              </a:ext>
            </a:extLst>
          </p:cNvPr>
          <p:cNvSpPr/>
          <p:nvPr/>
        </p:nvSpPr>
        <p:spPr>
          <a:xfrm>
            <a:off x="517869" y="508090"/>
            <a:ext cx="11153214" cy="149279"/>
          </a:xfrm>
          <a:custGeom>
            <a:avLst/>
            <a:gdLst>
              <a:gd name="connsiteX0" fmla="*/ 0 w 8085002"/>
              <a:gd name="connsiteY0" fmla="*/ 0 h 149279"/>
              <a:gd name="connsiteX1" fmla="*/ 8085002 w 8085002"/>
              <a:gd name="connsiteY1" fmla="*/ 0 h 149279"/>
              <a:gd name="connsiteX2" fmla="*/ 8085002 w 8085002"/>
              <a:gd name="connsiteY2" fmla="*/ 149279 h 149279"/>
              <a:gd name="connsiteX3" fmla="*/ 0 w 8085002"/>
              <a:gd name="connsiteY3" fmla="*/ 149279 h 149279"/>
            </a:gdLst>
            <a:ahLst/>
            <a:cxnLst>
              <a:cxn ang="0">
                <a:pos x="connsiteX0" y="connsiteY0"/>
              </a:cxn>
              <a:cxn ang="0">
                <a:pos x="connsiteX1" y="connsiteY1"/>
              </a:cxn>
              <a:cxn ang="0">
                <a:pos x="connsiteX2" y="connsiteY2"/>
              </a:cxn>
              <a:cxn ang="0">
                <a:pos x="connsiteX3" y="connsiteY3"/>
              </a:cxn>
            </a:cxnLst>
            <a:rect l="l" t="t" r="r" b="b"/>
            <a:pathLst>
              <a:path w="8085002" h="149279">
                <a:moveTo>
                  <a:pt x="0" y="0"/>
                </a:moveTo>
                <a:lnTo>
                  <a:pt x="8085002" y="0"/>
                </a:lnTo>
                <a:lnTo>
                  <a:pt x="8085002" y="149279"/>
                </a:lnTo>
                <a:lnTo>
                  <a:pt x="0" y="149279"/>
                </a:lnTo>
                <a:close/>
              </a:path>
            </a:pathLst>
          </a:cu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Tree>
    <p:extLst>
      <p:ext uri="{BB962C8B-B14F-4D97-AF65-F5344CB8AC3E}">
        <p14:creationId xmlns:p14="http://schemas.microsoft.com/office/powerpoint/2010/main" val="4178800143"/>
      </p:ext>
    </p:extLst>
  </p:cSld>
  <p:clrMap bg1="lt1" tx1="dk1" bg2="lt2" tx2="dk2" accent1="accent1" accent2="accent2" accent3="accent3" accent4="accent4" accent5="accent5" accent6="accent6" hlink="hlink" folHlink="folHlink"/>
  <p:sldLayoutIdLst>
    <p:sldLayoutId id="2147483710" r:id="rId1"/>
    <p:sldLayoutId id="2147483711" r:id="rId2"/>
    <p:sldLayoutId id="2147483712" r:id="rId3"/>
    <p:sldLayoutId id="2147483713" r:id="rId4"/>
    <p:sldLayoutId id="2147483714" r:id="rId5"/>
    <p:sldLayoutId id="2147483715" r:id="rId6"/>
    <p:sldLayoutId id="2147483716" r:id="rId7"/>
    <p:sldLayoutId id="2147483717" r:id="rId8"/>
    <p:sldLayoutId id="2147483718" r:id="rId9"/>
    <p:sldLayoutId id="2147483719" r:id="rId10"/>
    <p:sldLayoutId id="2147483720" r:id="rId11"/>
  </p:sldLayoutIdLst>
  <p:txStyles>
    <p:titleStyle>
      <a:lvl1pPr algn="l" defTabSz="914400" rtl="0" eaLnBrk="1" latinLnBrk="0" hangingPunct="1">
        <a:lnSpc>
          <a:spcPct val="100000"/>
        </a:lnSpc>
        <a:spcBef>
          <a:spcPct val="0"/>
        </a:spcBef>
        <a:buNone/>
        <a:defRPr sz="4400" b="1" kern="1200">
          <a:solidFill>
            <a:schemeClr val="tx1"/>
          </a:solidFill>
          <a:latin typeface="+mj-lt"/>
          <a:ea typeface="+mj-ea"/>
          <a:cs typeface="+mj-cs"/>
        </a:defRPr>
      </a:lvl1pPr>
    </p:titleStyle>
    <p:bodyStyle>
      <a:lvl1pPr marL="228600" indent="-228600" algn="l" defTabSz="914400" rtl="0" eaLnBrk="1" latinLnBrk="0" hangingPunct="1">
        <a:lnSpc>
          <a:spcPct val="110000"/>
        </a:lnSpc>
        <a:spcBef>
          <a:spcPts val="1000"/>
        </a:spcBef>
        <a:buFont typeface="Arial" panose="020B0604020202020204" pitchFamily="34" charset="0"/>
        <a:buChar char="•"/>
        <a:defRPr sz="1800" kern="1200">
          <a:solidFill>
            <a:schemeClr val="tx1"/>
          </a:solidFill>
          <a:latin typeface="+mn-lt"/>
          <a:ea typeface="+mn-ea"/>
          <a:cs typeface="+mn-cs"/>
        </a:defRPr>
      </a:lvl1pPr>
      <a:lvl2pPr marL="685800" indent="-228600" algn="l" defTabSz="914400" rtl="0" eaLnBrk="1" latinLnBrk="0" hangingPunct="1">
        <a:lnSpc>
          <a:spcPct val="110000"/>
        </a:lnSpc>
        <a:spcBef>
          <a:spcPts val="500"/>
        </a:spcBef>
        <a:buFont typeface="Arial" panose="020B0604020202020204" pitchFamily="34" charset="0"/>
        <a:buChar char="•"/>
        <a:defRPr sz="1600" kern="1200">
          <a:solidFill>
            <a:schemeClr val="tx1"/>
          </a:solidFill>
          <a:latin typeface="+mn-lt"/>
          <a:ea typeface="+mn-ea"/>
          <a:cs typeface="+mn-cs"/>
        </a:defRPr>
      </a:lvl2pPr>
      <a:lvl3pPr marL="1143000" indent="-228600" algn="l" defTabSz="914400" rtl="0" eaLnBrk="1" latinLnBrk="0" hangingPunct="1">
        <a:lnSpc>
          <a:spcPct val="110000"/>
        </a:lnSpc>
        <a:spcBef>
          <a:spcPts val="500"/>
        </a:spcBef>
        <a:buFont typeface="Arial" panose="020B0604020202020204" pitchFamily="34" charset="0"/>
        <a:buChar char="•"/>
        <a:defRPr sz="1400" kern="1200">
          <a:solidFill>
            <a:schemeClr val="tx1"/>
          </a:solidFill>
          <a:latin typeface="+mn-lt"/>
          <a:ea typeface="+mn-ea"/>
          <a:cs typeface="+mn-cs"/>
        </a:defRPr>
      </a:lvl3pPr>
      <a:lvl4pPr marL="1600200" indent="-228600" algn="l" defTabSz="914400" rtl="0" eaLnBrk="1" latinLnBrk="0" hangingPunct="1">
        <a:lnSpc>
          <a:spcPct val="110000"/>
        </a:lnSpc>
        <a:spcBef>
          <a:spcPts val="500"/>
        </a:spcBef>
        <a:buFont typeface="Arial" panose="020B0604020202020204" pitchFamily="34" charset="0"/>
        <a:buChar char="•"/>
        <a:defRPr sz="1200" kern="1200">
          <a:solidFill>
            <a:schemeClr val="tx1"/>
          </a:solidFill>
          <a:latin typeface="+mn-lt"/>
          <a:ea typeface="+mn-ea"/>
          <a:cs typeface="+mn-cs"/>
        </a:defRPr>
      </a:lvl4pPr>
      <a:lvl5pPr marL="2057400" indent="-228600" algn="l" defTabSz="914400" rtl="0" eaLnBrk="1" latinLnBrk="0" hangingPunct="1">
        <a:lnSpc>
          <a:spcPct val="110000"/>
        </a:lnSpc>
        <a:spcBef>
          <a:spcPts val="500"/>
        </a:spcBef>
        <a:buFont typeface="Arial" panose="020B0604020202020204" pitchFamily="34" charset="0"/>
        <a:buChar char="•"/>
        <a:defRPr sz="12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23" name="Rectangle 22">
            <a:extLst>
              <a:ext uri="{FF2B5EF4-FFF2-40B4-BE49-F238E27FC236}">
                <a16:creationId xmlns:a16="http://schemas.microsoft.com/office/drawing/2014/main" id="{8BEC44CD-E290-4D60-A056-5BA05B182AC3}"/>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2"/>
            <a:ext cx="12192000" cy="6858001"/>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pic>
        <p:nvPicPr>
          <p:cNvPr id="4" name="Picture 3">
            <a:extLst>
              <a:ext uri="{FF2B5EF4-FFF2-40B4-BE49-F238E27FC236}">
                <a16:creationId xmlns:a16="http://schemas.microsoft.com/office/drawing/2014/main" id="{40E07D40-A245-9D21-990E-163093592FF5}"/>
              </a:ext>
            </a:extLst>
          </p:cNvPr>
          <p:cNvPicPr>
            <a:picLocks noChangeAspect="1"/>
          </p:cNvPicPr>
          <p:nvPr/>
        </p:nvPicPr>
        <p:blipFill>
          <a:blip r:embed="rId2">
            <a:alphaModFix amt="40000"/>
          </a:blip>
          <a:srcRect t="25000"/>
          <a:stretch>
            <a:fillRect/>
          </a:stretch>
        </p:blipFill>
        <p:spPr>
          <a:xfrm>
            <a:off x="-2" y="-4"/>
            <a:ext cx="12192001" cy="6858001"/>
          </a:xfrm>
          <a:prstGeom prst="rect">
            <a:avLst/>
          </a:prstGeom>
        </p:spPr>
      </p:pic>
      <p:sp>
        <p:nvSpPr>
          <p:cNvPr id="2" name="Title 1"/>
          <p:cNvSpPr>
            <a:spLocks noGrp="1"/>
          </p:cNvSpPr>
          <p:nvPr>
            <p:ph type="ctrTitle"/>
          </p:nvPr>
        </p:nvSpPr>
        <p:spPr>
          <a:xfrm>
            <a:off x="517870" y="780852"/>
            <a:ext cx="10628720" cy="4012221"/>
          </a:xfrm>
        </p:spPr>
        <p:txBody>
          <a:bodyPr vert="horz" lIns="91440" tIns="45720" rIns="91440" bIns="45720" rtlCol="0" anchor="t">
            <a:noAutofit/>
          </a:bodyPr>
          <a:lstStyle/>
          <a:p>
            <a:r>
              <a:rPr lang="en-US" sz="6000" b="0"/>
              <a:t>AI 'slop' is transforming social media - and a backlash is brewing</a:t>
            </a:r>
            <a:endParaRPr lang="en-US" sz="6000"/>
          </a:p>
          <a:p>
            <a:endParaRPr lang="en-US" sz="8000" b="0" dirty="0">
              <a:latin typeface="Bierstadt"/>
              <a:ea typeface="Calibri"/>
              <a:cs typeface="Calibri"/>
            </a:endParaRPr>
          </a:p>
          <a:p>
            <a:endParaRPr lang="en-US" b="0" dirty="0"/>
          </a:p>
          <a:p>
            <a:endParaRPr lang="en-US" sz="6000" b="0" dirty="0">
              <a:ea typeface="+mj-lt"/>
              <a:cs typeface="+mj-lt"/>
            </a:endParaRPr>
          </a:p>
          <a:p>
            <a:endParaRPr lang="en-US" b="0" dirty="0"/>
          </a:p>
          <a:p>
            <a:endParaRPr lang="en-US" b="0" dirty="0"/>
          </a:p>
          <a:p>
            <a:pPr>
              <a:lnSpc>
                <a:spcPct val="90000"/>
              </a:lnSpc>
            </a:pPr>
            <a:endParaRPr lang="en-US" sz="5100" dirty="0">
              <a:solidFill>
                <a:srgbClr val="FFFFFF"/>
              </a:solidFill>
              <a:latin typeface="Segoe UI"/>
              <a:cs typeface="Segoe UI"/>
            </a:endParaRPr>
          </a:p>
        </p:txBody>
      </p:sp>
      <p:sp>
        <p:nvSpPr>
          <p:cNvPr id="3" name="Subtitle 2"/>
          <p:cNvSpPr>
            <a:spLocks noGrp="1"/>
          </p:cNvSpPr>
          <p:nvPr>
            <p:ph type="subTitle" idx="1"/>
          </p:nvPr>
        </p:nvSpPr>
        <p:spPr>
          <a:xfrm>
            <a:off x="7969403" y="4149522"/>
            <a:ext cx="5040785" cy="1828799"/>
          </a:xfrm>
        </p:spPr>
        <p:txBody>
          <a:bodyPr anchor="b">
            <a:normAutofit/>
          </a:bodyPr>
          <a:lstStyle/>
          <a:p>
            <a:r>
              <a:rPr lang="en-US" sz="2400">
                <a:solidFill>
                  <a:srgbClr val="FFFFFF"/>
                </a:solidFill>
              </a:rPr>
              <a:t>Week of April 13</a:t>
            </a:r>
            <a:endParaRPr lang="en-US">
              <a:solidFill>
                <a:srgbClr val="FFFFFF"/>
              </a:solidFill>
            </a:endParaRPr>
          </a:p>
          <a:p>
            <a:r>
              <a:rPr lang="en-US" sz="2400" dirty="0">
                <a:solidFill>
                  <a:srgbClr val="FFFFFF"/>
                </a:solidFill>
              </a:rPr>
              <a:t>Jacob Appling</a:t>
            </a:r>
            <a:endParaRPr lang="en-US" dirty="0"/>
          </a:p>
        </p:txBody>
      </p:sp>
      <p:sp>
        <p:nvSpPr>
          <p:cNvPr id="24" name="Rectangle 23">
            <a:extLst>
              <a:ext uri="{FF2B5EF4-FFF2-40B4-BE49-F238E27FC236}">
                <a16:creationId xmlns:a16="http://schemas.microsoft.com/office/drawing/2014/main" id="{B2C335F7-F61C-4EB4-80F2-4B1438FE66BB}"/>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517870" y="508090"/>
            <a:ext cx="5021183" cy="149279"/>
          </a:xfrm>
          <a:prstGeom prst="rect">
            <a:avLst/>
          </a:prstGeom>
          <a:solidFill>
            <a:srgbClr val="FFFFF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2" name="Rectangle 21">
            <a:extLst>
              <a:ext uri="{FF2B5EF4-FFF2-40B4-BE49-F238E27FC236}">
                <a16:creationId xmlns:a16="http://schemas.microsoft.com/office/drawing/2014/main" id="{F1189494-2B67-46D2-93D6-A122A09BF6B2}"/>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6662168" y="6209925"/>
            <a:ext cx="5021183" cy="45719"/>
          </a:xfrm>
          <a:prstGeom prst="rect">
            <a:avLst/>
          </a:prstGeom>
          <a:solidFill>
            <a:srgbClr val="FFFFF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109857222"/>
      </p:ext>
    </p:extLst>
  </p:cSld>
  <p:clrMapOvr>
    <a:overrideClrMapping bg1="dk1" tx1="lt1" bg2="dk2" tx2="lt2" accent1="accent1" accent2="accent2" accent3="accent3" accent4="accent4" accent5="accent5" accent6="accent6" hlink="hlink" folHlink="folHlink"/>
  </p:clrMapOvr>
</p:sld>
</file>

<file path=ppt/slides/slide2.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33" name="Freeform: Shape 32">
            <a:extLst>
              <a:ext uri="{FF2B5EF4-FFF2-40B4-BE49-F238E27FC236}">
                <a16:creationId xmlns:a16="http://schemas.microsoft.com/office/drawing/2014/main" id="{774A975B-A886-5202-0489-6965514A0D14}"/>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517869" y="508090"/>
            <a:ext cx="11153214" cy="149279"/>
          </a:xfrm>
          <a:custGeom>
            <a:avLst/>
            <a:gdLst>
              <a:gd name="connsiteX0" fmla="*/ 0 w 8085002"/>
              <a:gd name="connsiteY0" fmla="*/ 0 h 149279"/>
              <a:gd name="connsiteX1" fmla="*/ 8085002 w 8085002"/>
              <a:gd name="connsiteY1" fmla="*/ 0 h 149279"/>
              <a:gd name="connsiteX2" fmla="*/ 8085002 w 8085002"/>
              <a:gd name="connsiteY2" fmla="*/ 149279 h 149279"/>
              <a:gd name="connsiteX3" fmla="*/ 0 w 8085002"/>
              <a:gd name="connsiteY3" fmla="*/ 149279 h 149279"/>
            </a:gdLst>
            <a:ahLst/>
            <a:cxnLst>
              <a:cxn ang="0">
                <a:pos x="connsiteX0" y="connsiteY0"/>
              </a:cxn>
              <a:cxn ang="0">
                <a:pos x="connsiteX1" y="connsiteY1"/>
              </a:cxn>
              <a:cxn ang="0">
                <a:pos x="connsiteX2" y="connsiteY2"/>
              </a:cxn>
              <a:cxn ang="0">
                <a:pos x="connsiteX3" y="connsiteY3"/>
              </a:cxn>
            </a:cxnLst>
            <a:rect l="l" t="t" r="r" b="b"/>
            <a:pathLst>
              <a:path w="8085002" h="149279">
                <a:moveTo>
                  <a:pt x="0" y="0"/>
                </a:moveTo>
                <a:lnTo>
                  <a:pt x="8085002" y="0"/>
                </a:lnTo>
                <a:lnTo>
                  <a:pt x="8085002" y="149279"/>
                </a:lnTo>
                <a:lnTo>
                  <a:pt x="0" y="149279"/>
                </a:lnTo>
                <a:close/>
              </a:path>
            </a:pathLst>
          </a:cu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35" name="Freeform: Shape 34">
            <a:extLst>
              <a:ext uri="{FF2B5EF4-FFF2-40B4-BE49-F238E27FC236}">
                <a16:creationId xmlns:a16="http://schemas.microsoft.com/office/drawing/2014/main" id="{EA67E988-5919-57BB-C7DE-D3EAD38A3045}"/>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517870" y="6209925"/>
            <a:ext cx="11155680" cy="45719"/>
          </a:xfrm>
          <a:custGeom>
            <a:avLst/>
            <a:gdLst/>
            <a:ahLst/>
            <a:cxnLst/>
            <a:rect l="l" t="t" r="r" b="b"/>
            <a:pathLst>
              <a:path w="8715708" h="45719">
                <a:moveTo>
                  <a:pt x="0" y="0"/>
                </a:moveTo>
                <a:lnTo>
                  <a:pt x="3694525" y="0"/>
                </a:lnTo>
                <a:lnTo>
                  <a:pt x="5021183" y="0"/>
                </a:lnTo>
                <a:lnTo>
                  <a:pt x="8715708" y="0"/>
                </a:lnTo>
                <a:lnTo>
                  <a:pt x="8715708" y="45719"/>
                </a:lnTo>
                <a:lnTo>
                  <a:pt x="5021183" y="45719"/>
                </a:lnTo>
                <a:lnTo>
                  <a:pt x="3694525" y="45719"/>
                </a:lnTo>
                <a:lnTo>
                  <a:pt x="0" y="45719"/>
                </a:lnTo>
                <a:close/>
              </a:path>
            </a:pathLst>
          </a:cu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useBgFill="1">
        <p:nvSpPr>
          <p:cNvPr id="37" name="Rectangle 36">
            <a:extLst>
              <a:ext uri="{FF2B5EF4-FFF2-40B4-BE49-F238E27FC236}">
                <a16:creationId xmlns:a16="http://schemas.microsoft.com/office/drawing/2014/main" id="{C7EFAAB5-34A3-C2FC-70BA-7720CC8ADBAC}"/>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5" name="Title 1">
            <a:extLst>
              <a:ext uri="{FF2B5EF4-FFF2-40B4-BE49-F238E27FC236}">
                <a16:creationId xmlns:a16="http://schemas.microsoft.com/office/drawing/2014/main" id="{DC23DC2D-0DFD-B0BD-C646-933B6D10DB32}"/>
              </a:ext>
            </a:extLst>
          </p:cNvPr>
          <p:cNvSpPr>
            <a:spLocks noGrp="1"/>
          </p:cNvSpPr>
          <p:nvPr>
            <p:ph type="title"/>
          </p:nvPr>
        </p:nvSpPr>
        <p:spPr>
          <a:xfrm>
            <a:off x="521208" y="5289381"/>
            <a:ext cx="7263804" cy="1008208"/>
          </a:xfrm>
        </p:spPr>
        <p:txBody>
          <a:bodyPr vert="horz" lIns="91440" tIns="45720" rIns="91440" bIns="45720" rtlCol="0" anchor="ctr">
            <a:normAutofit/>
          </a:bodyPr>
          <a:lstStyle/>
          <a:p>
            <a:pPr>
              <a:lnSpc>
                <a:spcPct val="90000"/>
              </a:lnSpc>
            </a:pPr>
            <a:r>
              <a:rPr lang="en-US" sz="1600"/>
              <a:t>Article #4 (Row 4 via Google Sheet)</a:t>
            </a:r>
          </a:p>
        </p:txBody>
      </p:sp>
      <p:sp>
        <p:nvSpPr>
          <p:cNvPr id="39" name="Freeform: Shape 38">
            <a:extLst>
              <a:ext uri="{FF2B5EF4-FFF2-40B4-BE49-F238E27FC236}">
                <a16:creationId xmlns:a16="http://schemas.microsoft.com/office/drawing/2014/main" id="{FDD57DDC-2075-7CBD-00B4-0A5FF09917FF}"/>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517869" y="508090"/>
            <a:ext cx="11153214" cy="149279"/>
          </a:xfrm>
          <a:custGeom>
            <a:avLst/>
            <a:gdLst>
              <a:gd name="connsiteX0" fmla="*/ 0 w 8085002"/>
              <a:gd name="connsiteY0" fmla="*/ 0 h 149279"/>
              <a:gd name="connsiteX1" fmla="*/ 8085002 w 8085002"/>
              <a:gd name="connsiteY1" fmla="*/ 0 h 149279"/>
              <a:gd name="connsiteX2" fmla="*/ 8085002 w 8085002"/>
              <a:gd name="connsiteY2" fmla="*/ 149279 h 149279"/>
              <a:gd name="connsiteX3" fmla="*/ 0 w 8085002"/>
              <a:gd name="connsiteY3" fmla="*/ 149279 h 149279"/>
            </a:gdLst>
            <a:ahLst/>
            <a:cxnLst>
              <a:cxn ang="0">
                <a:pos x="connsiteX0" y="connsiteY0"/>
              </a:cxn>
              <a:cxn ang="0">
                <a:pos x="connsiteX1" y="connsiteY1"/>
              </a:cxn>
              <a:cxn ang="0">
                <a:pos x="connsiteX2" y="connsiteY2"/>
              </a:cxn>
              <a:cxn ang="0">
                <a:pos x="connsiteX3" y="connsiteY3"/>
              </a:cxn>
            </a:cxnLst>
            <a:rect l="l" t="t" r="r" b="b"/>
            <a:pathLst>
              <a:path w="8085002" h="149279">
                <a:moveTo>
                  <a:pt x="0" y="0"/>
                </a:moveTo>
                <a:lnTo>
                  <a:pt x="8085002" y="0"/>
                </a:lnTo>
                <a:lnTo>
                  <a:pt x="8085002" y="149279"/>
                </a:lnTo>
                <a:lnTo>
                  <a:pt x="0" y="149279"/>
                </a:lnTo>
                <a:close/>
              </a:path>
            </a:pathLst>
          </a:cu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pic>
        <p:nvPicPr>
          <p:cNvPr id="4" name="Picture 3" descr="A screenshot of a web page&#10;&#10;AI-generated content may be incorrect.">
            <a:extLst>
              <a:ext uri="{FF2B5EF4-FFF2-40B4-BE49-F238E27FC236}">
                <a16:creationId xmlns:a16="http://schemas.microsoft.com/office/drawing/2014/main" id="{6433A0E6-4280-5B6D-14DB-B03650E3B5E9}"/>
              </a:ext>
            </a:extLst>
          </p:cNvPr>
          <p:cNvPicPr>
            <a:picLocks noChangeAspect="1"/>
          </p:cNvPicPr>
          <p:nvPr/>
        </p:nvPicPr>
        <p:blipFill>
          <a:blip r:embed="rId2"/>
          <a:stretch>
            <a:fillRect/>
          </a:stretch>
        </p:blipFill>
        <p:spPr>
          <a:xfrm>
            <a:off x="819150" y="1476375"/>
            <a:ext cx="10553700" cy="3905250"/>
          </a:xfrm>
          <a:prstGeom prst="rect">
            <a:avLst/>
          </a:prstGeom>
        </p:spPr>
      </p:pic>
    </p:spTree>
    <p:extLst>
      <p:ext uri="{BB962C8B-B14F-4D97-AF65-F5344CB8AC3E}">
        <p14:creationId xmlns:p14="http://schemas.microsoft.com/office/powerpoint/2010/main" val="2777920213"/>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32710FC-6EAE-BA9C-1641-3B63159CE6B4}"/>
              </a:ext>
            </a:extLst>
          </p:cNvPr>
          <p:cNvSpPr>
            <a:spLocks noGrp="1"/>
          </p:cNvSpPr>
          <p:nvPr>
            <p:ph type="title"/>
          </p:nvPr>
        </p:nvSpPr>
        <p:spPr/>
        <p:txBody>
          <a:bodyPr/>
          <a:lstStyle/>
          <a:p>
            <a:r>
              <a:rPr lang="en-US" dirty="0"/>
              <a:t>Link to the Source    </a:t>
            </a:r>
          </a:p>
        </p:txBody>
      </p:sp>
      <p:sp>
        <p:nvSpPr>
          <p:cNvPr id="3" name="Content Placeholder 2">
            <a:extLst>
              <a:ext uri="{FF2B5EF4-FFF2-40B4-BE49-F238E27FC236}">
                <a16:creationId xmlns:a16="http://schemas.microsoft.com/office/drawing/2014/main" id="{B3D4E899-76A9-7A08-8C46-D08850176F0C}"/>
              </a:ext>
            </a:extLst>
          </p:cNvPr>
          <p:cNvSpPr>
            <a:spLocks noGrp="1"/>
          </p:cNvSpPr>
          <p:nvPr>
            <p:ph idx="1"/>
          </p:nvPr>
        </p:nvSpPr>
        <p:spPr/>
        <p:txBody>
          <a:bodyPr vert="horz" lIns="91440" tIns="45720" rIns="91440" bIns="45720" rtlCol="0" anchor="t">
            <a:normAutofit/>
          </a:bodyPr>
          <a:lstStyle/>
          <a:p>
            <a:r>
              <a:rPr lang="en-US" sz="2800" dirty="0">
                <a:solidFill>
                  <a:srgbClr val="1155CC"/>
                </a:solidFill>
                <a:ea typeface="+mn-lt"/>
                <a:cs typeface="+mn-lt"/>
              </a:rPr>
              <a:t>https://www.bbc.com/news/articles/c9wx2dz2v44o</a:t>
            </a:r>
            <a:endParaRPr lang="en-US"/>
          </a:p>
          <a:p>
            <a:endParaRPr lang="en-US" sz="2800" dirty="0">
              <a:solidFill>
                <a:srgbClr val="1155CC"/>
              </a:solidFill>
              <a:ea typeface="+mn-lt"/>
              <a:cs typeface="+mn-lt"/>
            </a:endParaRPr>
          </a:p>
        </p:txBody>
      </p:sp>
    </p:spTree>
    <p:extLst>
      <p:ext uri="{BB962C8B-B14F-4D97-AF65-F5344CB8AC3E}">
        <p14:creationId xmlns:p14="http://schemas.microsoft.com/office/powerpoint/2010/main" val="2821818761"/>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44C0A62-D915-1CA6-8C2A-76FBC0EE7B96}"/>
              </a:ext>
            </a:extLst>
          </p:cNvPr>
          <p:cNvSpPr>
            <a:spLocks noGrp="1"/>
          </p:cNvSpPr>
          <p:nvPr>
            <p:ph type="title"/>
          </p:nvPr>
        </p:nvSpPr>
        <p:spPr>
          <a:xfrm>
            <a:off x="521208" y="802562"/>
            <a:ext cx="11155680" cy="740117"/>
          </a:xfrm>
        </p:spPr>
        <p:txBody>
          <a:bodyPr>
            <a:normAutofit fontScale="90000"/>
          </a:bodyPr>
          <a:lstStyle/>
          <a:p>
            <a:r>
              <a:rPr lang="en-US" dirty="0"/>
              <a:t>Main Findings</a:t>
            </a:r>
          </a:p>
        </p:txBody>
      </p:sp>
      <p:sp>
        <p:nvSpPr>
          <p:cNvPr id="3" name="Content Placeholder 2">
            <a:extLst>
              <a:ext uri="{FF2B5EF4-FFF2-40B4-BE49-F238E27FC236}">
                <a16:creationId xmlns:a16="http://schemas.microsoft.com/office/drawing/2014/main" id="{5A9EB02B-DC8F-5BE0-79DB-2C3117E5AE21}"/>
              </a:ext>
            </a:extLst>
          </p:cNvPr>
          <p:cNvSpPr>
            <a:spLocks noGrp="1"/>
          </p:cNvSpPr>
          <p:nvPr>
            <p:ph idx="1"/>
          </p:nvPr>
        </p:nvSpPr>
        <p:spPr>
          <a:xfrm>
            <a:off x="521208" y="1416070"/>
            <a:ext cx="11155680" cy="4607481"/>
          </a:xfrm>
        </p:spPr>
        <p:txBody>
          <a:bodyPr vert="horz" lIns="91440" tIns="45720" rIns="91440" bIns="45720" rtlCol="0" anchor="t">
            <a:noAutofit/>
          </a:bodyPr>
          <a:lstStyle/>
          <a:p>
            <a:pPr>
              <a:buFont typeface="Arial,Sans-Serif" panose="020B0604020202020204" pitchFamily="34" charset="0"/>
            </a:pPr>
            <a:r>
              <a:rPr lang="en-US" sz="2400">
                <a:solidFill>
                  <a:srgbClr val="000000"/>
                </a:solidFill>
                <a:highlight>
                  <a:srgbClr val="FFFFFF"/>
                </a:highlight>
                <a:latin typeface="Segoe UI"/>
                <a:cs typeface="Segoe UI"/>
              </a:rPr>
              <a:t>Social media platforms are being flooded with large amounts of low-quality, AI-generated content, often called “AI slop.”  </a:t>
            </a:r>
          </a:p>
          <a:p>
            <a:pPr>
              <a:buFont typeface="Arial,Sans-Serif" panose="020B0604020202020204" pitchFamily="34" charset="0"/>
            </a:pPr>
            <a:r>
              <a:rPr lang="en-US" sz="2400">
                <a:solidFill>
                  <a:srgbClr val="000000"/>
                </a:solidFill>
                <a:highlight>
                  <a:srgbClr val="FFFFFF"/>
                </a:highlight>
                <a:latin typeface="Segoe UI"/>
                <a:cs typeface="Segoe UI"/>
              </a:rPr>
              <a:t>Major platforms are helping accelerate this trend by making AI creation toolseasier to use and more common; one cited example was that over one millionYouTube channels used AI tools in a single month.  </a:t>
            </a:r>
          </a:p>
          <a:p>
            <a:pPr>
              <a:buFont typeface="Arial,Sans-Serif" panose="020B0604020202020204" pitchFamily="34" charset="0"/>
            </a:pPr>
            <a:r>
              <a:rPr lang="en-US" sz="2400">
                <a:solidFill>
                  <a:srgbClr val="000000"/>
                </a:solidFill>
                <a:highlight>
                  <a:srgbClr val="FFFFFF"/>
                </a:highlight>
                <a:latin typeface="Segoe UI"/>
                <a:cs typeface="Segoe UI"/>
              </a:rPr>
              <a:t>The article also points to measurable scale: Kapwing research cited in thecoverage said about </a:t>
            </a:r>
            <a:r>
              <a:rPr lang="en-US" sz="2400" b="1">
                <a:solidFill>
                  <a:srgbClr val="000000"/>
                </a:solidFill>
                <a:highlight>
                  <a:srgbClr val="FFFFFF"/>
                </a:highlight>
                <a:latin typeface="Segoe UI"/>
                <a:cs typeface="Segoe UI"/>
              </a:rPr>
              <a:t>20% of content shown to new YouTube accounts</a:t>
            </a:r>
            <a:r>
              <a:rPr lang="en-US" sz="2400">
                <a:solidFill>
                  <a:srgbClr val="000000"/>
                </a:solidFill>
                <a:highlight>
                  <a:srgbClr val="FFFFFF"/>
                </a:highlight>
                <a:latin typeface="Segoe UI"/>
                <a:cs typeface="Segoe UI"/>
              </a:rPr>
              <a:t> was“low-quality AI video.”  </a:t>
            </a:r>
          </a:p>
          <a:p>
            <a:pPr>
              <a:buFont typeface="Arial,Sans-Serif" panose="020B0604020202020204" pitchFamily="34" charset="0"/>
            </a:pPr>
            <a:r>
              <a:rPr lang="en-US" sz="2400">
                <a:solidFill>
                  <a:srgbClr val="000000"/>
                </a:solidFill>
                <a:highlight>
                  <a:srgbClr val="FFFFFF"/>
                </a:highlight>
                <a:latin typeface="Segoe UI"/>
                <a:cs typeface="Segoe UI"/>
              </a:rPr>
              <a:t>Even though some creators are making real money from this material, users arestarting to push back because feeds feel more fake, repetitive, and low-value.</a:t>
            </a:r>
          </a:p>
          <a:p>
            <a:pPr>
              <a:buFont typeface="Arial,Sans-Serif" panose="020B0604020202020204" pitchFamily="34" charset="0"/>
            </a:pPr>
            <a:endParaRPr lang="en-US" sz="2800" dirty="0">
              <a:solidFill>
                <a:srgbClr val="000000"/>
              </a:solidFill>
              <a:highlight>
                <a:srgbClr val="FFFFFF"/>
              </a:highlight>
              <a:latin typeface="Segoe UI"/>
              <a:cs typeface="Segoe UI"/>
            </a:endParaRPr>
          </a:p>
          <a:p>
            <a:endParaRPr lang="en-US" sz="1400" dirty="0">
              <a:solidFill>
                <a:srgbClr val="000000"/>
              </a:solidFill>
              <a:highlight>
                <a:srgbClr val="FFFFFF"/>
              </a:highlight>
              <a:latin typeface="Segoe UI"/>
              <a:cs typeface="Segoe UI"/>
            </a:endParaRPr>
          </a:p>
        </p:txBody>
      </p:sp>
    </p:spTree>
    <p:extLst>
      <p:ext uri="{BB962C8B-B14F-4D97-AF65-F5344CB8AC3E}">
        <p14:creationId xmlns:p14="http://schemas.microsoft.com/office/powerpoint/2010/main" val="2898071061"/>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9B75790-8890-3628-B7DD-81E1954290AD}"/>
              </a:ext>
            </a:extLst>
          </p:cNvPr>
          <p:cNvSpPr>
            <a:spLocks noGrp="1"/>
          </p:cNvSpPr>
          <p:nvPr>
            <p:ph type="title"/>
          </p:nvPr>
        </p:nvSpPr>
        <p:spPr>
          <a:xfrm>
            <a:off x="521208" y="763485"/>
            <a:ext cx="11155680" cy="720579"/>
          </a:xfrm>
        </p:spPr>
        <p:txBody>
          <a:bodyPr>
            <a:normAutofit/>
          </a:bodyPr>
          <a:lstStyle/>
          <a:p>
            <a:r>
              <a:rPr lang="en-US" sz="4000" dirty="0">
                <a:solidFill>
                  <a:srgbClr val="242424"/>
                </a:solidFill>
                <a:latin typeface="Segoe UI"/>
                <a:cs typeface="Segoe UI"/>
              </a:rPr>
              <a:t>Broader implications for society</a:t>
            </a:r>
            <a:endParaRPr lang="en-US" sz="4000" b="0" dirty="0">
              <a:solidFill>
                <a:srgbClr val="242424"/>
              </a:solidFill>
              <a:latin typeface="Segoe UI"/>
              <a:cs typeface="Segoe UI"/>
            </a:endParaRPr>
          </a:p>
        </p:txBody>
      </p:sp>
      <p:sp>
        <p:nvSpPr>
          <p:cNvPr id="3" name="Content Placeholder 2">
            <a:extLst>
              <a:ext uri="{FF2B5EF4-FFF2-40B4-BE49-F238E27FC236}">
                <a16:creationId xmlns:a16="http://schemas.microsoft.com/office/drawing/2014/main" id="{91F7E37E-6308-33F8-8F93-FC5CF544A68A}"/>
              </a:ext>
            </a:extLst>
          </p:cNvPr>
          <p:cNvSpPr>
            <a:spLocks noGrp="1"/>
          </p:cNvSpPr>
          <p:nvPr>
            <p:ph idx="1"/>
          </p:nvPr>
        </p:nvSpPr>
        <p:spPr>
          <a:xfrm>
            <a:off x="521208" y="1679839"/>
            <a:ext cx="11155680" cy="4666097"/>
          </a:xfrm>
        </p:spPr>
        <p:txBody>
          <a:bodyPr vert="horz" lIns="91440" tIns="45720" rIns="91440" bIns="45720" rtlCol="0" anchor="t">
            <a:noAutofit/>
          </a:bodyPr>
          <a:lstStyle/>
          <a:p>
            <a:r>
              <a:rPr lang="en-US" sz="2000">
                <a:solidFill>
                  <a:srgbClr val="000000"/>
                </a:solidFill>
                <a:highlight>
                  <a:srgbClr val="FFFFFF"/>
                </a:highlight>
                <a:latin typeface="Segoe UI"/>
                <a:cs typeface="Segoe UI"/>
              </a:rPr>
              <a:t>The spread of AI-generated junk content could make the internet less trustworthy, because people may have a harder time telling what is real, useful, or human-made. This is a reasonable inference from the article’s focus on user frustration and low-quality AI content overtaking feeds.  </a:t>
            </a:r>
            <a:endParaRPr lang="en-US" sz="2000" dirty="0">
              <a:solidFill>
                <a:srgbClr val="000000"/>
              </a:solidFill>
              <a:highlight>
                <a:srgbClr val="FFFFFF"/>
              </a:highlight>
              <a:latin typeface="Segoe UI"/>
              <a:cs typeface="Segoe UI"/>
            </a:endParaRPr>
          </a:p>
          <a:p>
            <a:r>
              <a:rPr lang="en-US" sz="2000">
                <a:solidFill>
                  <a:srgbClr val="000000"/>
                </a:solidFill>
                <a:highlight>
                  <a:srgbClr val="FFFFFF"/>
                </a:highlight>
                <a:latin typeface="Segoe UI"/>
                <a:cs typeface="Segoe UI"/>
              </a:rPr>
              <a:t>People may tolerate AI content differently depending on why they use a platform: for entertainment it may matter less, but for learning, information, or community it becomes more problematic.  </a:t>
            </a:r>
            <a:endParaRPr lang="en-US" sz="2000"/>
          </a:p>
          <a:p>
            <a:r>
              <a:rPr lang="en-US" sz="2000">
                <a:solidFill>
                  <a:srgbClr val="000000"/>
                </a:solidFill>
                <a:highlight>
                  <a:srgbClr val="FFFFFF"/>
                </a:highlight>
                <a:latin typeface="Segoe UI"/>
                <a:cs typeface="Segoe UI"/>
              </a:rPr>
              <a:t>There may be growing public pressure for better moderation, labeling, and filtering tools as AI content becomes more widespread. That follows from the article’s emphasis on backlash and platform concerns about removal systems.  </a:t>
            </a:r>
            <a:endParaRPr lang="en-US" sz="2000"/>
          </a:p>
          <a:p>
            <a:r>
              <a:rPr lang="en-US" sz="2000" dirty="0">
                <a:solidFill>
                  <a:srgbClr val="000000"/>
                </a:solidFill>
                <a:highlight>
                  <a:srgbClr val="FFFFFF"/>
                </a:highlight>
                <a:latin typeface="Segoe UI"/>
                <a:cs typeface="Segoe UI"/>
              </a:rPr>
              <a:t>The issue may be especially concerning for younger audiences, since related reporting describes low-quality AI media as a serious problem in children’s content ecosystems.  </a:t>
            </a:r>
            <a:endParaRPr lang="en-US" sz="2000"/>
          </a:p>
          <a:p>
            <a:endParaRPr lang="en-US" sz="3200" dirty="0">
              <a:solidFill>
                <a:srgbClr val="000000"/>
              </a:solidFill>
              <a:highlight>
                <a:srgbClr val="FFFFFF"/>
              </a:highlight>
              <a:latin typeface="Segoe UI"/>
              <a:cs typeface="Segoe UI"/>
            </a:endParaRPr>
          </a:p>
        </p:txBody>
      </p:sp>
    </p:spTree>
    <p:extLst>
      <p:ext uri="{BB962C8B-B14F-4D97-AF65-F5344CB8AC3E}">
        <p14:creationId xmlns:p14="http://schemas.microsoft.com/office/powerpoint/2010/main" val="2496355068"/>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0824BB7-78A4-A9DA-7DA1-9EB2C8A6DE93}"/>
              </a:ext>
            </a:extLst>
          </p:cNvPr>
          <p:cNvSpPr>
            <a:spLocks noGrp="1"/>
          </p:cNvSpPr>
          <p:nvPr>
            <p:ph type="title"/>
          </p:nvPr>
        </p:nvSpPr>
        <p:spPr>
          <a:xfrm>
            <a:off x="521208" y="673608"/>
            <a:ext cx="11155680" cy="1463040"/>
          </a:xfrm>
        </p:spPr>
        <p:txBody>
          <a:bodyPr>
            <a:normAutofit/>
          </a:bodyPr>
          <a:lstStyle/>
          <a:p>
            <a:r>
              <a:rPr lang="en-US" sz="4000" dirty="0">
                <a:solidFill>
                  <a:srgbClr val="242424"/>
                </a:solidFill>
                <a:latin typeface="Segoe UI"/>
                <a:cs typeface="Segoe UI"/>
              </a:rPr>
              <a:t>Relevance and potential influence on the construction industry</a:t>
            </a:r>
            <a:endParaRPr lang="en-US" sz="4000" b="0" dirty="0">
              <a:solidFill>
                <a:srgbClr val="242424"/>
              </a:solidFill>
              <a:latin typeface="Segoe UI"/>
              <a:cs typeface="Segoe UI"/>
            </a:endParaRPr>
          </a:p>
        </p:txBody>
      </p:sp>
      <p:sp>
        <p:nvSpPr>
          <p:cNvPr id="3" name="Content Placeholder 2">
            <a:extLst>
              <a:ext uri="{FF2B5EF4-FFF2-40B4-BE49-F238E27FC236}">
                <a16:creationId xmlns:a16="http://schemas.microsoft.com/office/drawing/2014/main" id="{6C5EF147-DC52-21BF-3341-DF3BD5996821}"/>
              </a:ext>
            </a:extLst>
          </p:cNvPr>
          <p:cNvSpPr>
            <a:spLocks noGrp="1"/>
          </p:cNvSpPr>
          <p:nvPr>
            <p:ph idx="1"/>
          </p:nvPr>
        </p:nvSpPr>
        <p:spPr>
          <a:xfrm>
            <a:off x="521208" y="1884994"/>
            <a:ext cx="11155680" cy="4705172"/>
          </a:xfrm>
        </p:spPr>
        <p:txBody>
          <a:bodyPr vert="horz" lIns="91440" tIns="45720" rIns="91440" bIns="45720" rtlCol="0" anchor="t">
            <a:noAutofit/>
          </a:bodyPr>
          <a:lstStyle/>
          <a:p>
            <a:pPr>
              <a:buNone/>
            </a:pPr>
            <a:endParaRPr lang="en-US" sz="1400" dirty="0">
              <a:solidFill>
                <a:srgbClr val="000000"/>
              </a:solidFill>
              <a:highlight>
                <a:srgbClr val="FFFFFF"/>
              </a:highlight>
              <a:latin typeface="Segoe UI"/>
              <a:cs typeface="Segoe UI"/>
            </a:endParaRPr>
          </a:p>
          <a:p>
            <a:pPr indent="0" algn="ctr">
              <a:lnSpc>
                <a:spcPct val="100000"/>
              </a:lnSpc>
              <a:spcBef>
                <a:spcPts val="200"/>
              </a:spcBef>
              <a:buNone/>
            </a:pPr>
            <a:endParaRPr lang="en-US" sz="3600" b="1" dirty="0">
              <a:solidFill>
                <a:srgbClr val="242424"/>
              </a:solidFill>
              <a:highlight>
                <a:srgbClr val="FFFFFF"/>
              </a:highlight>
              <a:latin typeface="Segoe UI"/>
              <a:cs typeface="Segoe UI"/>
            </a:endParaRPr>
          </a:p>
        </p:txBody>
      </p:sp>
      <p:sp>
        <p:nvSpPr>
          <p:cNvPr id="4" name="TextBox 3">
            <a:extLst>
              <a:ext uri="{FF2B5EF4-FFF2-40B4-BE49-F238E27FC236}">
                <a16:creationId xmlns:a16="http://schemas.microsoft.com/office/drawing/2014/main" id="{CC1298AD-91F0-520F-AF56-190527460378}"/>
              </a:ext>
            </a:extLst>
          </p:cNvPr>
          <p:cNvSpPr txBox="1"/>
          <p:nvPr/>
        </p:nvSpPr>
        <p:spPr>
          <a:xfrm>
            <a:off x="517518" y="1991012"/>
            <a:ext cx="10871200" cy="4370427"/>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pPr marL="285750" indent="-285750">
              <a:buFont typeface="Arial"/>
              <a:buChar char="•"/>
            </a:pPr>
            <a:r>
              <a:rPr lang="en-US" sz="2000">
                <a:highlight>
                  <a:srgbClr val="FFFFFF"/>
                </a:highlight>
                <a:latin typeface="Segoe UI"/>
                <a:cs typeface="Segoe UI"/>
              </a:rPr>
              <a:t>Construction firms could face the same “signal vs. noise” problem if AI starts producing too much low-quality marketing, training, safety, or project communication content. This is an inference, but it fits the article’s warning about content overload.  </a:t>
            </a:r>
            <a:endParaRPr lang="en-US" sz="2000"/>
          </a:p>
          <a:p>
            <a:pPr marL="285750" indent="-285750">
              <a:buFont typeface="Arial"/>
              <a:buChar char="•"/>
            </a:pPr>
            <a:r>
              <a:rPr lang="en-US" sz="2000" dirty="0">
                <a:highlight>
                  <a:srgbClr val="FFFFFF"/>
                </a:highlight>
                <a:latin typeface="Segoe UI"/>
                <a:cs typeface="Segoe UI"/>
              </a:rPr>
              <a:t>AI can still be useful in construction, but this article suggests companies will need quality control so AI-generated reports, visuals, schedules, or summaries are accurate and not just fast.  </a:t>
            </a:r>
            <a:endParaRPr lang="en-US" sz="2000"/>
          </a:p>
          <a:p>
            <a:pPr marL="285750" indent="-285750">
              <a:buFont typeface="Arial"/>
              <a:buChar char="•"/>
            </a:pPr>
            <a:r>
              <a:rPr lang="en-US" sz="2000">
                <a:highlight>
                  <a:srgbClr val="FFFFFF"/>
                </a:highlight>
                <a:latin typeface="Segoe UI"/>
                <a:cs typeface="Segoe UI"/>
              </a:rPr>
              <a:t>For construction communication, credibility matters. Owners, contractors, and teams may become more skeptical of polished visuals or documents unless firms can show they are reliable and reviewed by humans. This is an inference from the article’s broader trust concerns.  </a:t>
            </a:r>
            <a:endParaRPr lang="en-US" sz="2000"/>
          </a:p>
          <a:p>
            <a:pPr marL="285750" indent="-285750">
              <a:buFont typeface="Arial"/>
              <a:buChar char="•"/>
            </a:pPr>
            <a:r>
              <a:rPr lang="en-US" sz="2000">
                <a:highlight>
                  <a:srgbClr val="FFFFFF"/>
                </a:highlight>
                <a:latin typeface="Segoe UI"/>
                <a:cs typeface="Segoe UI"/>
              </a:rPr>
              <a:t>In practical terms, the article supports using AI as an assistant rather than letting it mass-produce unchecked content, especially in areas like safety messaging, training, and project updates where accuracy matters.  </a:t>
            </a:r>
            <a:endParaRPr lang="en-US" sz="2000"/>
          </a:p>
          <a:p>
            <a:pPr algn="l"/>
            <a:endParaRPr lang="en-US" dirty="0"/>
          </a:p>
        </p:txBody>
      </p:sp>
    </p:spTree>
    <p:extLst>
      <p:ext uri="{BB962C8B-B14F-4D97-AF65-F5344CB8AC3E}">
        <p14:creationId xmlns:p14="http://schemas.microsoft.com/office/powerpoint/2010/main" val="2114938638"/>
      </p:ext>
    </p:extLst>
  </p:cSld>
  <p:clrMapOvr>
    <a:masterClrMapping/>
  </p:clrMapOvr>
</p:sld>
</file>

<file path=ppt/theme/theme1.xml><?xml version="1.0" encoding="utf-8"?>
<a:theme xmlns:a="http://schemas.openxmlformats.org/drawingml/2006/main" name="GestaltVTI">
  <a:themeElements>
    <a:clrScheme name="Gestalt">
      <a:dk1>
        <a:srgbClr val="000000"/>
      </a:dk1>
      <a:lt1>
        <a:sysClr val="window" lastClr="FFFFFF"/>
      </a:lt1>
      <a:dk2>
        <a:srgbClr val="262626"/>
      </a:dk2>
      <a:lt2>
        <a:srgbClr val="F7F7F7"/>
      </a:lt2>
      <a:accent1>
        <a:srgbClr val="EBA000"/>
      </a:accent1>
      <a:accent2>
        <a:srgbClr val="00BAC8"/>
      </a:accent2>
      <a:accent3>
        <a:srgbClr val="E64823"/>
      </a:accent3>
      <a:accent4>
        <a:srgbClr val="4D5AFF"/>
      </a:accent4>
      <a:accent5>
        <a:srgbClr val="FE5D21"/>
      </a:accent5>
      <a:accent6>
        <a:srgbClr val="00C777"/>
      </a:accent6>
      <a:hlink>
        <a:srgbClr val="2998E3"/>
      </a:hlink>
      <a:folHlink>
        <a:srgbClr val="939393"/>
      </a:folHlink>
    </a:clrScheme>
    <a:fontScheme name="Gestalt">
      <a:majorFont>
        <a:latin typeface="Bierstadt"/>
        <a:ea typeface=""/>
        <a:cs typeface=""/>
      </a:majorFont>
      <a:minorFont>
        <a:latin typeface="Bierstadt"/>
        <a:ea typeface=""/>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GestaltVTI" id="{4F87C71D-53D1-4B71-BF97-FD0EA4B25665}" vid="{A110AFC4-8D8A-4C02-8885-7BA370B379B5}"/>
    </a:ext>
  </a:extLst>
</a:theme>
</file>

<file path=docProps/app.xml><?xml version="1.0" encoding="utf-8"?>
<Properties xmlns="http://schemas.openxmlformats.org/officeDocument/2006/extended-properties" xmlns:vt="http://schemas.openxmlformats.org/officeDocument/2006/docPropsVTypes">
  <Template>office theme</Template>
  <TotalTime>0</TotalTime>
  <Words>0</Words>
  <Application>Microsoft Office PowerPoint</Application>
  <PresentationFormat>Widescreen</PresentationFormat>
  <Paragraphs>0</Paragraphs>
  <Slides>6</Slides>
  <Notes>0</Notes>
  <HiddenSlides>0</HiddenSlides>
  <MMClips>0</MMClips>
  <ScaleCrop>false</ScaleCrop>
  <HeadingPairs>
    <vt:vector size="4" baseType="variant">
      <vt:variant>
        <vt:lpstr>Theme</vt:lpstr>
      </vt:variant>
      <vt:variant>
        <vt:i4>1</vt:i4>
      </vt:variant>
      <vt:variant>
        <vt:lpstr>Slide Titles</vt:lpstr>
      </vt:variant>
      <vt:variant>
        <vt:i4>6</vt:i4>
      </vt:variant>
    </vt:vector>
  </HeadingPairs>
  <TitlesOfParts>
    <vt:vector size="7" baseType="lpstr">
      <vt:lpstr>GestaltVTI</vt:lpstr>
      <vt:lpstr>AI 'slop' is transforming social media - and a backlash is brewing      </vt:lpstr>
      <vt:lpstr>Article #4 (Row 4 via Google Sheet)</vt:lpstr>
      <vt:lpstr>Link to the Source    </vt:lpstr>
      <vt:lpstr>Main Findings</vt:lpstr>
      <vt:lpstr>Broader implications for society</vt:lpstr>
      <vt:lpstr>Relevance and potential influence on the construction industry</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
  <cp:lastModifiedBy/>
  <cp:revision>315</cp:revision>
  <dcterms:created xsi:type="dcterms:W3CDTF">2026-01-21T18:15:53Z</dcterms:created>
  <dcterms:modified xsi:type="dcterms:W3CDTF">2026-04-17T18:13:49Z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MSIP_Label_4f7dad5c-579e-48ef-a17b-9572d79de485_Enabled">
    <vt:lpwstr>true</vt:lpwstr>
  </property>
  <property fmtid="{D5CDD505-2E9C-101B-9397-08002B2CF9AE}" pid="3" name="MSIP_Label_4f7dad5c-579e-48ef-a17b-9572d79de485_SetDate">
    <vt:lpwstr>2026-04-16T19:22:14Z</vt:lpwstr>
  </property>
  <property fmtid="{D5CDD505-2E9C-101B-9397-08002B2CF9AE}" pid="4" name="MSIP_Label_4f7dad5c-579e-48ef-a17b-9572d79de485_Method">
    <vt:lpwstr>Privileged</vt:lpwstr>
  </property>
  <property fmtid="{D5CDD505-2E9C-101B-9397-08002B2CF9AE}" pid="5" name="MSIP_Label_4f7dad5c-579e-48ef-a17b-9572d79de485_Name">
    <vt:lpwstr>Unrestricted</vt:lpwstr>
  </property>
  <property fmtid="{D5CDD505-2E9C-101B-9397-08002B2CF9AE}" pid="6" name="MSIP_Label_4f7dad5c-579e-48ef-a17b-9572d79de485_SiteId">
    <vt:lpwstr>18d2dc40-a679-4046-bb6c-8784055ecc93</vt:lpwstr>
  </property>
  <property fmtid="{D5CDD505-2E9C-101B-9397-08002B2CF9AE}" pid="7" name="MSIP_Label_4f7dad5c-579e-48ef-a17b-9572d79de485_ActionId">
    <vt:lpwstr>3be8e999-b9c0-45f2-9298-9cb962634edb</vt:lpwstr>
  </property>
  <property fmtid="{D5CDD505-2E9C-101B-9397-08002B2CF9AE}" pid="8" name="MSIP_Label_4f7dad5c-579e-48ef-a17b-9572d79de485_ContentBits">
    <vt:lpwstr>0</vt:lpwstr>
  </property>
  <property fmtid="{D5CDD505-2E9C-101B-9397-08002B2CF9AE}" pid="9" name="MSIP_Label_4f7dad5c-579e-48ef-a17b-9572d79de485_Tag">
    <vt:lpwstr>10, 0, 1, 2</vt:lpwstr>
  </property>
</Properties>
</file>