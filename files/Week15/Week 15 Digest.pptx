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Lst>
  <p:sldSz cy="6858000" cx="12192000"/>
  <p:notesSz cx="6858000" cy="9144000"/>
  <p:embeddedFontLst>
    <p:embeddedFont>
      <p:font typeface="Quattrocento Sans"/>
      <p:regular r:id="rId12"/>
      <p:bold r:id="rId13"/>
      <p:italic r:id="rId14"/>
      <p:boldItalic r:id="rId15"/>
    </p:embeddedFont>
    <p:embeddedFont>
      <p:font typeface="Merriweather"/>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jVXcWGB7xQS3tk6PdcFUKd920c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QuattrocentoSans-bold.fntdata"/><Relationship Id="rId12" Type="http://schemas.openxmlformats.org/officeDocument/2006/relationships/font" Target="fonts/QuattrocentoSan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font" Target="fonts/QuattrocentoSans-boldItalic.fntdata"/><Relationship Id="rId14" Type="http://schemas.openxmlformats.org/officeDocument/2006/relationships/font" Target="fonts/QuattrocentoSans-italic.fntdata"/><Relationship Id="rId17" Type="http://schemas.openxmlformats.org/officeDocument/2006/relationships/font" Target="fonts/Merriweather-bold.fntdata"/><Relationship Id="rId16" Type="http://schemas.openxmlformats.org/officeDocument/2006/relationships/font" Target="fonts/Merriweather-regular.fntdata"/><Relationship Id="rId5" Type="http://schemas.openxmlformats.org/officeDocument/2006/relationships/notesMaster" Target="notesMasters/notesMaster1.xml"/><Relationship Id="rId19" Type="http://schemas.openxmlformats.org/officeDocument/2006/relationships/font" Target="fonts/Merriweather-boldItalic.fntdata"/><Relationship Id="rId6" Type="http://schemas.openxmlformats.org/officeDocument/2006/relationships/slide" Target="slides/slide1.xml"/><Relationship Id="rId18" Type="http://schemas.openxmlformats.org/officeDocument/2006/relationships/font" Target="fonts/Merriweather-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10"/>
          <p:cNvSpPr/>
          <p:nvPr/>
        </p:nvSpPr>
        <p:spPr>
          <a:xfrm>
            <a:off x="517870" y="6209925"/>
            <a:ext cx="11155680" cy="45719"/>
          </a:xfrm>
          <a:custGeom>
            <a:rect b="b" l="l" r="r" t="t"/>
            <a:pathLst>
              <a:path extrusionOk="0" h="45719" w="8715708">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 name="Google Shape;14;p10"/>
          <p:cNvSpPr txBox="1"/>
          <p:nvPr>
            <p:ph type="ctrTitle"/>
          </p:nvPr>
        </p:nvSpPr>
        <p:spPr>
          <a:xfrm>
            <a:off x="521208" y="978408"/>
            <a:ext cx="11155680" cy="3429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lt1"/>
              </a:buClr>
              <a:buSzPts val="7200"/>
              <a:buFont typeface="Arial"/>
              <a:buNone/>
              <a:defRPr sz="7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0"/>
          <p:cNvSpPr txBox="1"/>
          <p:nvPr>
            <p:ph idx="1" type="subTitle"/>
          </p:nvPr>
        </p:nvSpPr>
        <p:spPr>
          <a:xfrm>
            <a:off x="521208" y="4480560"/>
            <a:ext cx="7104888" cy="1399032"/>
          </a:xfrm>
          <a:prstGeom prst="rect">
            <a:avLst/>
          </a:prstGeom>
          <a:noFill/>
          <a:ln>
            <a:noFill/>
          </a:ln>
        </p:spPr>
        <p:txBody>
          <a:bodyPr anchorCtr="0" anchor="b" bIns="45700" lIns="91425" spcFirstLastPara="1" rIns="91425" wrap="square" tIns="45700">
            <a:normAutofit/>
          </a:bodyPr>
          <a:lstStyle>
            <a:lvl1pPr lvl="0" algn="l">
              <a:lnSpc>
                <a:spcPct val="110000"/>
              </a:lnSpc>
              <a:spcBef>
                <a:spcPts val="1000"/>
              </a:spcBef>
              <a:spcAft>
                <a:spcPts val="0"/>
              </a:spcAft>
              <a:buClr>
                <a:schemeClr val="lt1"/>
              </a:buClr>
              <a:buSzPts val="2200"/>
              <a:buNone/>
              <a:defRPr i="1" sz="2200"/>
            </a:lvl1pPr>
            <a:lvl2pPr lvl="1" algn="ctr">
              <a:lnSpc>
                <a:spcPct val="110000"/>
              </a:lnSpc>
              <a:spcBef>
                <a:spcPts val="500"/>
              </a:spcBef>
              <a:spcAft>
                <a:spcPts val="0"/>
              </a:spcAft>
              <a:buClr>
                <a:schemeClr val="lt1"/>
              </a:buClr>
              <a:buSzPts val="2000"/>
              <a:buNone/>
              <a:defRPr sz="2000"/>
            </a:lvl2pPr>
            <a:lvl3pPr lvl="2" algn="ctr">
              <a:lnSpc>
                <a:spcPct val="110000"/>
              </a:lnSpc>
              <a:spcBef>
                <a:spcPts val="500"/>
              </a:spcBef>
              <a:spcAft>
                <a:spcPts val="0"/>
              </a:spcAft>
              <a:buClr>
                <a:schemeClr val="lt1"/>
              </a:buClr>
              <a:buSzPts val="1800"/>
              <a:buNone/>
              <a:defRPr sz="1800"/>
            </a:lvl3pPr>
            <a:lvl4pPr lvl="3" algn="ctr">
              <a:lnSpc>
                <a:spcPct val="110000"/>
              </a:lnSpc>
              <a:spcBef>
                <a:spcPts val="500"/>
              </a:spcBef>
              <a:spcAft>
                <a:spcPts val="0"/>
              </a:spcAft>
              <a:buClr>
                <a:schemeClr val="lt1"/>
              </a:buClr>
              <a:buSzPts val="1600"/>
              <a:buNone/>
              <a:defRPr sz="1600"/>
            </a:lvl4pPr>
            <a:lvl5pPr lvl="4" algn="ctr">
              <a:lnSpc>
                <a:spcPct val="11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6" name="Google Shape;16;p10"/>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0"/>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0"/>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11"/>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1"/>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1"/>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1"/>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1"/>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 name="Shape 32"/>
        <p:cNvGrpSpPr/>
        <p:nvPr/>
      </p:nvGrpSpPr>
      <p:grpSpPr>
        <a:xfrm>
          <a:off x="0" y="0"/>
          <a:ext cx="0" cy="0"/>
          <a:chOff x="0" y="0"/>
          <a:chExt cx="0" cy="0"/>
        </a:xfrm>
      </p:grpSpPr>
      <p:sp>
        <p:nvSpPr>
          <p:cNvPr id="33" name="Google Shape;33;p9"/>
          <p:cNvSpPr/>
          <p:nvPr/>
        </p:nvSpPr>
        <p:spPr>
          <a:xfrm>
            <a:off x="517870" y="6209925"/>
            <a:ext cx="11155680" cy="45719"/>
          </a:xfrm>
          <a:custGeom>
            <a:rect b="b" l="l" r="r" t="t"/>
            <a:pathLst>
              <a:path extrusionOk="0" h="45719" w="8715708">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4" name="Google Shape;34;p9"/>
          <p:cNvSpPr txBox="1"/>
          <p:nvPr>
            <p:ph type="ctrTitle"/>
          </p:nvPr>
        </p:nvSpPr>
        <p:spPr>
          <a:xfrm>
            <a:off x="521208" y="978408"/>
            <a:ext cx="11155680" cy="3429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7200"/>
              <a:buFont typeface="Arial"/>
              <a:buNone/>
              <a:defRPr sz="7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9"/>
          <p:cNvSpPr txBox="1"/>
          <p:nvPr>
            <p:ph idx="1" type="subTitle"/>
          </p:nvPr>
        </p:nvSpPr>
        <p:spPr>
          <a:xfrm>
            <a:off x="521208" y="4480560"/>
            <a:ext cx="7104888" cy="1399032"/>
          </a:xfrm>
          <a:prstGeom prst="rect">
            <a:avLst/>
          </a:prstGeom>
          <a:noFill/>
          <a:ln>
            <a:noFill/>
          </a:ln>
        </p:spPr>
        <p:txBody>
          <a:bodyPr anchorCtr="0" anchor="b" bIns="45700" lIns="91425" spcFirstLastPara="1" rIns="91425" wrap="square" tIns="45700">
            <a:normAutofit/>
          </a:bodyPr>
          <a:lstStyle>
            <a:lvl1pPr lvl="0" algn="l">
              <a:lnSpc>
                <a:spcPct val="110000"/>
              </a:lnSpc>
              <a:spcBef>
                <a:spcPts val="1000"/>
              </a:spcBef>
              <a:spcAft>
                <a:spcPts val="0"/>
              </a:spcAft>
              <a:buClr>
                <a:schemeClr val="dk1"/>
              </a:buClr>
              <a:buSzPts val="2200"/>
              <a:buNone/>
              <a:defRPr i="1" sz="22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9"/>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9"/>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9" name="Shape 39"/>
        <p:cNvGrpSpPr/>
        <p:nvPr/>
      </p:nvGrpSpPr>
      <p:grpSpPr>
        <a:xfrm>
          <a:off x="0" y="0"/>
          <a:ext cx="0" cy="0"/>
          <a:chOff x="0" y="0"/>
          <a:chExt cx="0" cy="0"/>
        </a:xfrm>
      </p:grpSpPr>
      <p:sp>
        <p:nvSpPr>
          <p:cNvPr id="40" name="Google Shape;40;p12"/>
          <p:cNvSpPr txBox="1"/>
          <p:nvPr>
            <p:ph type="title"/>
          </p:nvPr>
        </p:nvSpPr>
        <p:spPr>
          <a:xfrm>
            <a:off x="521208" y="978408"/>
            <a:ext cx="5020056" cy="428853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5400"/>
              <a:buFont typeface="Arial"/>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2"/>
          <p:cNvSpPr txBox="1"/>
          <p:nvPr>
            <p:ph idx="1" type="body"/>
          </p:nvPr>
        </p:nvSpPr>
        <p:spPr>
          <a:xfrm>
            <a:off x="521208" y="5266944"/>
            <a:ext cx="5020056" cy="1088136"/>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rgbClr val="757575"/>
              </a:buClr>
              <a:buSzPts val="2200"/>
              <a:buNone/>
              <a:defRPr i="1" sz="2200">
                <a:solidFill>
                  <a:srgbClr val="757575"/>
                </a:solidFill>
              </a:defRPr>
            </a:lvl1pPr>
            <a:lvl2pPr indent="-228600" lvl="1" marL="914400" algn="l">
              <a:lnSpc>
                <a:spcPct val="110000"/>
              </a:lnSpc>
              <a:spcBef>
                <a:spcPts val="500"/>
              </a:spcBef>
              <a:spcAft>
                <a:spcPts val="0"/>
              </a:spcAft>
              <a:buClr>
                <a:srgbClr val="757575"/>
              </a:buClr>
              <a:buSzPts val="2000"/>
              <a:buNone/>
              <a:defRPr sz="2000">
                <a:solidFill>
                  <a:srgbClr val="757575"/>
                </a:solidFill>
              </a:defRPr>
            </a:lvl2pPr>
            <a:lvl3pPr indent="-228600" lvl="2" marL="1371600" algn="l">
              <a:lnSpc>
                <a:spcPct val="110000"/>
              </a:lnSpc>
              <a:spcBef>
                <a:spcPts val="500"/>
              </a:spcBef>
              <a:spcAft>
                <a:spcPts val="0"/>
              </a:spcAft>
              <a:buClr>
                <a:srgbClr val="757575"/>
              </a:buClr>
              <a:buSzPts val="1800"/>
              <a:buNone/>
              <a:defRPr sz="1800">
                <a:solidFill>
                  <a:srgbClr val="757575"/>
                </a:solidFill>
              </a:defRPr>
            </a:lvl3pPr>
            <a:lvl4pPr indent="-228600" lvl="3" marL="1828800" algn="l">
              <a:lnSpc>
                <a:spcPct val="110000"/>
              </a:lnSpc>
              <a:spcBef>
                <a:spcPts val="500"/>
              </a:spcBef>
              <a:spcAft>
                <a:spcPts val="0"/>
              </a:spcAft>
              <a:buClr>
                <a:srgbClr val="757575"/>
              </a:buClr>
              <a:buSzPts val="1600"/>
              <a:buNone/>
              <a:defRPr sz="1600">
                <a:solidFill>
                  <a:srgbClr val="757575"/>
                </a:solidFill>
              </a:defRPr>
            </a:lvl4pPr>
            <a:lvl5pPr indent="-228600" lvl="4" marL="2286000" algn="l">
              <a:lnSpc>
                <a:spcPct val="11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42" name="Google Shape;42;p12"/>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2"/>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2"/>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5" name="Google Shape;45;p12"/>
          <p:cNvSpPr/>
          <p:nvPr/>
        </p:nvSpPr>
        <p:spPr>
          <a:xfrm>
            <a:off x="517870" y="508090"/>
            <a:ext cx="5021183" cy="14927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sp>
        <p:nvSpPr>
          <p:cNvPr id="47" name="Google Shape;47;p13"/>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3"/>
          <p:cNvSpPr txBox="1"/>
          <p:nvPr>
            <p:ph idx="1" type="body"/>
          </p:nvPr>
        </p:nvSpPr>
        <p:spPr>
          <a:xfrm>
            <a:off x="521208" y="2578608"/>
            <a:ext cx="5166360" cy="37673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3"/>
          <p:cNvSpPr txBox="1"/>
          <p:nvPr>
            <p:ph idx="2" type="body"/>
          </p:nvPr>
        </p:nvSpPr>
        <p:spPr>
          <a:xfrm>
            <a:off x="6519672" y="2578608"/>
            <a:ext cx="5166360" cy="37673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3"/>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3"/>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3"/>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3" name="Shape 53"/>
        <p:cNvGrpSpPr/>
        <p:nvPr/>
      </p:nvGrpSpPr>
      <p:grpSpPr>
        <a:xfrm>
          <a:off x="0" y="0"/>
          <a:ext cx="0" cy="0"/>
          <a:chOff x="0" y="0"/>
          <a:chExt cx="0" cy="0"/>
        </a:xfrm>
      </p:grpSpPr>
      <p:sp>
        <p:nvSpPr>
          <p:cNvPr id="54" name="Google Shape;54;p14"/>
          <p:cNvSpPr txBox="1"/>
          <p:nvPr>
            <p:ph type="title"/>
          </p:nvPr>
        </p:nvSpPr>
        <p:spPr>
          <a:xfrm>
            <a:off x="521208" y="978408"/>
            <a:ext cx="11164824" cy="12161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4"/>
          <p:cNvSpPr txBox="1"/>
          <p:nvPr>
            <p:ph idx="1" type="body"/>
          </p:nvPr>
        </p:nvSpPr>
        <p:spPr>
          <a:xfrm>
            <a:off x="521208" y="2340864"/>
            <a:ext cx="5166360" cy="658368"/>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b="0" i="1" sz="2200"/>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14"/>
          <p:cNvSpPr txBox="1"/>
          <p:nvPr>
            <p:ph idx="2" type="body"/>
          </p:nvPr>
        </p:nvSpPr>
        <p:spPr>
          <a:xfrm>
            <a:off x="521208" y="3035808"/>
            <a:ext cx="5166360" cy="33101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14"/>
          <p:cNvSpPr txBox="1"/>
          <p:nvPr>
            <p:ph idx="3" type="body"/>
          </p:nvPr>
        </p:nvSpPr>
        <p:spPr>
          <a:xfrm>
            <a:off x="6519672" y="2340864"/>
            <a:ext cx="5166360" cy="658368"/>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b="0" i="1" sz="2200"/>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8" name="Google Shape;58;p14"/>
          <p:cNvSpPr txBox="1"/>
          <p:nvPr>
            <p:ph idx="4" type="body"/>
          </p:nvPr>
        </p:nvSpPr>
        <p:spPr>
          <a:xfrm>
            <a:off x="6519672" y="3035808"/>
            <a:ext cx="5166360" cy="33101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4"/>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4"/>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4"/>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p15"/>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5"/>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5"/>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5"/>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7" name="Shape 67"/>
        <p:cNvGrpSpPr/>
        <p:nvPr/>
      </p:nvGrpSpPr>
      <p:grpSpPr>
        <a:xfrm>
          <a:off x="0" y="0"/>
          <a:ext cx="0" cy="0"/>
          <a:chOff x="0" y="0"/>
          <a:chExt cx="0" cy="0"/>
        </a:xfrm>
      </p:grpSpPr>
      <p:sp>
        <p:nvSpPr>
          <p:cNvPr id="68" name="Google Shape;68;p16"/>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6"/>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6"/>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1" name="Shape 71"/>
        <p:cNvGrpSpPr/>
        <p:nvPr/>
      </p:nvGrpSpPr>
      <p:grpSpPr>
        <a:xfrm>
          <a:off x="0" y="0"/>
          <a:ext cx="0" cy="0"/>
          <a:chOff x="0" y="0"/>
          <a:chExt cx="0" cy="0"/>
        </a:xfrm>
      </p:grpSpPr>
      <p:sp>
        <p:nvSpPr>
          <p:cNvPr id="72" name="Google Shape;72;p17"/>
          <p:cNvSpPr txBox="1"/>
          <p:nvPr>
            <p:ph type="title"/>
          </p:nvPr>
        </p:nvSpPr>
        <p:spPr>
          <a:xfrm>
            <a:off x="521208" y="978408"/>
            <a:ext cx="5020056" cy="2459736"/>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4400"/>
              <a:buFont typeface="Arial"/>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7"/>
          <p:cNvSpPr txBox="1"/>
          <p:nvPr>
            <p:ph idx="1" type="body"/>
          </p:nvPr>
        </p:nvSpPr>
        <p:spPr>
          <a:xfrm>
            <a:off x="6519672" y="987424"/>
            <a:ext cx="5166360" cy="5358384"/>
          </a:xfrm>
          <a:prstGeom prst="rect">
            <a:avLst/>
          </a:prstGeom>
          <a:noFill/>
          <a:ln>
            <a:noFill/>
          </a:ln>
        </p:spPr>
        <p:txBody>
          <a:bodyPr anchorCtr="0" anchor="t" bIns="45700" lIns="91425" spcFirstLastPara="1" rIns="91425" wrap="square" tIns="45700">
            <a:normAutofit/>
          </a:bodyPr>
          <a:lstStyle>
            <a:lvl1pPr indent="-355600" lvl="0" marL="457200" algn="l">
              <a:lnSpc>
                <a:spcPct val="110000"/>
              </a:lnSpc>
              <a:spcBef>
                <a:spcPts val="1000"/>
              </a:spcBef>
              <a:spcAft>
                <a:spcPts val="0"/>
              </a:spcAft>
              <a:buClr>
                <a:schemeClr val="dk1"/>
              </a:buClr>
              <a:buSzPts val="2000"/>
              <a:buChar char="•"/>
              <a:defRPr sz="2000"/>
            </a:lvl1pPr>
            <a:lvl2pPr indent="-342900" lvl="1" marL="914400" algn="l">
              <a:lnSpc>
                <a:spcPct val="110000"/>
              </a:lnSpc>
              <a:spcBef>
                <a:spcPts val="500"/>
              </a:spcBef>
              <a:spcAft>
                <a:spcPts val="0"/>
              </a:spcAft>
              <a:buClr>
                <a:schemeClr val="dk1"/>
              </a:buClr>
              <a:buSzPts val="1800"/>
              <a:buChar char="•"/>
              <a:defRPr sz="1800"/>
            </a:lvl2pPr>
            <a:lvl3pPr indent="-330200" lvl="2" marL="1371600" algn="l">
              <a:lnSpc>
                <a:spcPct val="110000"/>
              </a:lnSpc>
              <a:spcBef>
                <a:spcPts val="500"/>
              </a:spcBef>
              <a:spcAft>
                <a:spcPts val="0"/>
              </a:spcAft>
              <a:buClr>
                <a:schemeClr val="dk1"/>
              </a:buClr>
              <a:buSzPts val="1600"/>
              <a:buChar char="•"/>
              <a:defRPr sz="1600"/>
            </a:lvl3pPr>
            <a:lvl4pPr indent="-317500" lvl="3" marL="1828800" algn="l">
              <a:lnSpc>
                <a:spcPct val="110000"/>
              </a:lnSpc>
              <a:spcBef>
                <a:spcPts val="500"/>
              </a:spcBef>
              <a:spcAft>
                <a:spcPts val="0"/>
              </a:spcAft>
              <a:buClr>
                <a:schemeClr val="dk1"/>
              </a:buClr>
              <a:buSzPts val="1400"/>
              <a:buChar char="•"/>
              <a:defRPr sz="1400"/>
            </a:lvl4pPr>
            <a:lvl5pPr indent="-317500" lvl="4" marL="2286000" algn="l">
              <a:lnSpc>
                <a:spcPct val="110000"/>
              </a:lnSpc>
              <a:spcBef>
                <a:spcPts val="500"/>
              </a:spcBef>
              <a:spcAft>
                <a:spcPts val="0"/>
              </a:spcAft>
              <a:buClr>
                <a:schemeClr val="dk1"/>
              </a:buClr>
              <a:buSzPts val="1400"/>
              <a:buChar char="•"/>
              <a:defRPr sz="14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4" name="Google Shape;74;p17"/>
          <p:cNvSpPr txBox="1"/>
          <p:nvPr>
            <p:ph idx="2" type="body"/>
          </p:nvPr>
        </p:nvSpPr>
        <p:spPr>
          <a:xfrm>
            <a:off x="521208" y="3575304"/>
            <a:ext cx="5020056" cy="277063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i="1" sz="22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5" name="Google Shape;75;p17"/>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7"/>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7"/>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8" name="Shape 78"/>
        <p:cNvGrpSpPr/>
        <p:nvPr/>
      </p:nvGrpSpPr>
      <p:grpSpPr>
        <a:xfrm>
          <a:off x="0" y="0"/>
          <a:ext cx="0" cy="0"/>
          <a:chOff x="0" y="0"/>
          <a:chExt cx="0" cy="0"/>
        </a:xfrm>
      </p:grpSpPr>
      <p:sp>
        <p:nvSpPr>
          <p:cNvPr id="79" name="Google Shape;79;p18"/>
          <p:cNvSpPr txBox="1"/>
          <p:nvPr>
            <p:ph type="title"/>
          </p:nvPr>
        </p:nvSpPr>
        <p:spPr>
          <a:xfrm>
            <a:off x="521208" y="978408"/>
            <a:ext cx="5020056" cy="2459736"/>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4400"/>
              <a:buFont typeface="Arial"/>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8"/>
          <p:cNvSpPr/>
          <p:nvPr>
            <p:ph idx="2" type="pic"/>
          </p:nvPr>
        </p:nvSpPr>
        <p:spPr>
          <a:xfrm>
            <a:off x="6519672" y="987424"/>
            <a:ext cx="5166360" cy="5358384"/>
          </a:xfrm>
          <a:prstGeom prst="rect">
            <a:avLst/>
          </a:prstGeom>
          <a:noFill/>
          <a:ln>
            <a:noFill/>
          </a:ln>
        </p:spPr>
      </p:sp>
      <p:sp>
        <p:nvSpPr>
          <p:cNvPr id="81" name="Google Shape;81;p18"/>
          <p:cNvSpPr txBox="1"/>
          <p:nvPr>
            <p:ph idx="1" type="body"/>
          </p:nvPr>
        </p:nvSpPr>
        <p:spPr>
          <a:xfrm>
            <a:off x="521208" y="3575304"/>
            <a:ext cx="5020056" cy="277063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i="1" sz="22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2" name="Google Shape;82;p18"/>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8"/>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8"/>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5" name="Shape 85"/>
        <p:cNvGrpSpPr/>
        <p:nvPr/>
      </p:nvGrpSpPr>
      <p:grpSpPr>
        <a:xfrm>
          <a:off x="0" y="0"/>
          <a:ext cx="0" cy="0"/>
          <a:chOff x="0" y="0"/>
          <a:chExt cx="0" cy="0"/>
        </a:xfrm>
      </p:grpSpPr>
      <p:sp>
        <p:nvSpPr>
          <p:cNvPr id="86" name="Google Shape;86;p19"/>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9"/>
          <p:cNvSpPr txBox="1"/>
          <p:nvPr>
            <p:ph idx="1" type="body"/>
          </p:nvPr>
        </p:nvSpPr>
        <p:spPr>
          <a:xfrm rot="5400000">
            <a:off x="4215384" y="-1115568"/>
            <a:ext cx="3767328" cy="1115568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19"/>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9"/>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9"/>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1" name="Shape 91"/>
        <p:cNvGrpSpPr/>
        <p:nvPr/>
      </p:nvGrpSpPr>
      <p:grpSpPr>
        <a:xfrm>
          <a:off x="0" y="0"/>
          <a:ext cx="0" cy="0"/>
          <a:chOff x="0" y="0"/>
          <a:chExt cx="0" cy="0"/>
        </a:xfrm>
      </p:grpSpPr>
      <p:sp>
        <p:nvSpPr>
          <p:cNvPr id="92" name="Google Shape;92;p20"/>
          <p:cNvSpPr txBox="1"/>
          <p:nvPr>
            <p:ph type="title"/>
          </p:nvPr>
        </p:nvSpPr>
        <p:spPr>
          <a:xfrm rot="5400000">
            <a:off x="7251192" y="2386584"/>
            <a:ext cx="5367528" cy="255117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0"/>
          <p:cNvSpPr txBox="1"/>
          <p:nvPr>
            <p:ph idx="1" type="body"/>
          </p:nvPr>
        </p:nvSpPr>
        <p:spPr>
          <a:xfrm rot="5400000">
            <a:off x="1842516" y="-342900"/>
            <a:ext cx="5367528" cy="8010144"/>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20"/>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0"/>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0"/>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97" name="Google Shape;97;p20"/>
          <p:cNvSpPr/>
          <p:nvPr/>
        </p:nvSpPr>
        <p:spPr>
          <a:xfrm rot="5400000">
            <a:off x="8936623" y="3585018"/>
            <a:ext cx="5325734" cy="14927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chemeClr val="lt1"/>
              </a:buClr>
              <a:buSzPts val="4400"/>
              <a:buFont typeface="Arial"/>
              <a:buNone/>
              <a:defRPr b="1" i="0" sz="4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8"/>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10000"/>
              </a:lnSpc>
              <a:spcBef>
                <a:spcPts val="10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1pPr>
            <a:lvl2pPr indent="-330200" lvl="1" marL="914400" marR="0" rtl="0" algn="l">
              <a:lnSpc>
                <a:spcPct val="110000"/>
              </a:lnSpc>
              <a:spcBef>
                <a:spcPts val="5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2pPr>
            <a:lvl3pPr indent="-317500" lvl="2" marL="1371600" marR="0" rtl="0" algn="l">
              <a:lnSpc>
                <a:spcPct val="110000"/>
              </a:lnSpc>
              <a:spcBef>
                <a:spcPts val="5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3pPr>
            <a:lvl4pPr indent="-304800" lvl="3" marL="1828800" marR="0" rtl="0" algn="l">
              <a:lnSpc>
                <a:spcPct val="110000"/>
              </a:lnSpc>
              <a:spcBef>
                <a:spcPts val="500"/>
              </a:spcBef>
              <a:spcAft>
                <a:spcPts val="0"/>
              </a:spcAft>
              <a:buClr>
                <a:schemeClr val="lt1"/>
              </a:buClr>
              <a:buSzPts val="1200"/>
              <a:buFont typeface="Arial"/>
              <a:buChar char="•"/>
              <a:defRPr b="0" i="0" sz="1200" u="none" cap="none" strike="noStrike">
                <a:solidFill>
                  <a:schemeClr val="lt1"/>
                </a:solidFill>
                <a:latin typeface="Arial"/>
                <a:ea typeface="Arial"/>
                <a:cs typeface="Arial"/>
                <a:sym typeface="Arial"/>
              </a:defRPr>
            </a:lvl4pPr>
            <a:lvl5pPr indent="-304800" lvl="4" marL="2286000" marR="0" rtl="0" algn="l">
              <a:lnSpc>
                <a:spcPct val="110000"/>
              </a:lnSpc>
              <a:spcBef>
                <a:spcPts val="500"/>
              </a:spcBef>
              <a:spcAft>
                <a:spcPts val="0"/>
              </a:spcAft>
              <a:buClr>
                <a:schemeClr val="lt1"/>
              </a:buClr>
              <a:buSzPts val="1200"/>
              <a:buFont typeface="Arial"/>
              <a:buChar char="•"/>
              <a:defRPr b="0" i="0" sz="12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id="8" name="Google Shape;8;p8"/>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9pPr>
          </a:lstStyle>
          <a:p/>
        </p:txBody>
      </p:sp>
      <p:sp>
        <p:nvSpPr>
          <p:cNvPr id="9" name="Google Shape;9;p8"/>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9pPr>
          </a:lstStyle>
          <a:p/>
        </p:txBody>
      </p:sp>
      <p:sp>
        <p:nvSpPr>
          <p:cNvPr id="10" name="Google Shape;10;p8"/>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8"/>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 name="Shape 19"/>
        <p:cNvGrpSpPr/>
        <p:nvPr/>
      </p:nvGrpSpPr>
      <p:grpSpPr>
        <a:xfrm>
          <a:off x="0" y="0"/>
          <a:ext cx="0" cy="0"/>
          <a:chOff x="0" y="0"/>
          <a:chExt cx="0" cy="0"/>
        </a:xfrm>
      </p:grpSpPr>
      <p:sp>
        <p:nvSpPr>
          <p:cNvPr id="20" name="Google Shape;20;p7"/>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chemeClr val="dk1"/>
              </a:buClr>
              <a:buSzPts val="4400"/>
              <a:buFont typeface="Arial"/>
              <a:buNone/>
              <a:defRPr b="1"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 name="Google Shape;21;p7"/>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10000"/>
              </a:lnSpc>
              <a:spcBef>
                <a:spcPts val="10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30200" lvl="1" marL="914400" marR="0" rtl="0" algn="l">
              <a:lnSpc>
                <a:spcPct val="11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rtl="0" algn="l">
              <a:lnSpc>
                <a:spcPct val="11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04800" lvl="3" marL="1828800" marR="0" rtl="0" algn="l">
              <a:lnSpc>
                <a:spcPct val="11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11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 name="Google Shape;22;p7"/>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3" name="Google Shape;23;p7"/>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4" name="Google Shape;24;p7"/>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5" name="Google Shape;25;p7"/>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1" name="Shape 101"/>
        <p:cNvGrpSpPr/>
        <p:nvPr/>
      </p:nvGrpSpPr>
      <p:grpSpPr>
        <a:xfrm>
          <a:off x="0" y="0"/>
          <a:ext cx="0" cy="0"/>
          <a:chOff x="0" y="0"/>
          <a:chExt cx="0" cy="0"/>
        </a:xfrm>
      </p:grpSpPr>
      <p:sp>
        <p:nvSpPr>
          <p:cNvPr id="102" name="Google Shape;102;p1"/>
          <p:cNvSpPr/>
          <p:nvPr/>
        </p:nvSpPr>
        <p:spPr>
          <a:xfrm>
            <a:off x="0" y="-2"/>
            <a:ext cx="12192000" cy="685800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03" name="Google Shape;103;p1"/>
          <p:cNvPicPr preferRelativeResize="0"/>
          <p:nvPr/>
        </p:nvPicPr>
        <p:blipFill rotWithShape="1">
          <a:blip r:embed="rId3">
            <a:alphaModFix amt="40000"/>
          </a:blip>
          <a:srcRect b="0" l="0" r="0" t="25000"/>
          <a:stretch/>
        </p:blipFill>
        <p:spPr>
          <a:xfrm>
            <a:off x="-2" y="-4"/>
            <a:ext cx="12192001" cy="6858001"/>
          </a:xfrm>
          <a:prstGeom prst="rect">
            <a:avLst/>
          </a:prstGeom>
          <a:noFill/>
          <a:ln>
            <a:noFill/>
          </a:ln>
        </p:spPr>
      </p:pic>
      <p:sp>
        <p:nvSpPr>
          <p:cNvPr id="104" name="Google Shape;104;p1"/>
          <p:cNvSpPr txBox="1"/>
          <p:nvPr>
            <p:ph type="ctrTitle"/>
          </p:nvPr>
        </p:nvSpPr>
        <p:spPr>
          <a:xfrm>
            <a:off x="517870" y="978408"/>
            <a:ext cx="10628700" cy="2450700"/>
          </a:xfrm>
          <a:prstGeom prst="rect">
            <a:avLst/>
          </a:prstGeom>
          <a:noFill/>
          <a:ln>
            <a:noFill/>
          </a:ln>
        </p:spPr>
        <p:txBody>
          <a:bodyPr anchorCtr="0" anchor="t" bIns="45700" lIns="91425" spcFirstLastPara="1" rIns="91425" wrap="square" tIns="45700">
            <a:noAutofit/>
          </a:bodyPr>
          <a:lstStyle/>
          <a:p>
            <a:pPr indent="0" lvl="0" marL="0" rtl="0" algn="ctr">
              <a:lnSpc>
                <a:spcPct val="115000"/>
              </a:lnSpc>
              <a:spcBef>
                <a:spcPts val="0"/>
              </a:spcBef>
              <a:spcAft>
                <a:spcPts val="0"/>
              </a:spcAft>
              <a:buClr>
                <a:schemeClr val="dk1"/>
              </a:buClr>
              <a:buSzPts val="1100"/>
              <a:buFont typeface="Arial"/>
              <a:buNone/>
            </a:pPr>
            <a:r>
              <a:rPr b="0" lang="en-US" sz="4650">
                <a:solidFill>
                  <a:srgbClr val="FFFFFF"/>
                </a:solidFill>
                <a:latin typeface="Merriweather"/>
                <a:ea typeface="Merriweather"/>
                <a:cs typeface="Merriweather"/>
                <a:sym typeface="Merriweather"/>
              </a:rPr>
              <a:t>AI in Higher Education: A Meta Summary of Recent Surveys of Students and Faculty</a:t>
            </a:r>
            <a:endParaRPr b="0" sz="4650">
              <a:solidFill>
                <a:srgbClr val="FFFFFF"/>
              </a:solidFill>
              <a:latin typeface="Merriweather"/>
              <a:ea typeface="Merriweather"/>
              <a:cs typeface="Merriweather"/>
              <a:sym typeface="Merriweather"/>
            </a:endParaRPr>
          </a:p>
          <a:p>
            <a:pPr indent="0" lvl="0" marL="0" rtl="0" algn="l">
              <a:lnSpc>
                <a:spcPct val="100000"/>
              </a:lnSpc>
              <a:spcBef>
                <a:spcPts val="600"/>
              </a:spcBef>
              <a:spcAft>
                <a:spcPts val="0"/>
              </a:spcAft>
              <a:buClr>
                <a:schemeClr val="lt1"/>
              </a:buClr>
              <a:buSzPts val="6000"/>
              <a:buFont typeface="Arial"/>
              <a:buNone/>
            </a:pPr>
            <a:r>
              <a:t/>
            </a:r>
            <a:endParaRPr b="0" sz="7000">
              <a:latin typeface="Merriweather"/>
              <a:ea typeface="Merriweather"/>
              <a:cs typeface="Merriweather"/>
              <a:sym typeface="Merriweather"/>
            </a:endParaRPr>
          </a:p>
          <a:p>
            <a:pPr indent="0" lvl="0" marL="0" rtl="0" algn="l">
              <a:lnSpc>
                <a:spcPct val="100000"/>
              </a:lnSpc>
              <a:spcBef>
                <a:spcPts val="0"/>
              </a:spcBef>
              <a:spcAft>
                <a:spcPts val="0"/>
              </a:spcAft>
              <a:buClr>
                <a:schemeClr val="lt1"/>
              </a:buClr>
              <a:buSzPts val="7200"/>
              <a:buFont typeface="Arial"/>
              <a:buNone/>
            </a:pPr>
            <a:r>
              <a:t/>
            </a:r>
            <a:endParaRPr b="0"/>
          </a:p>
          <a:p>
            <a:pPr indent="0" lvl="0" marL="0" rtl="0" algn="l">
              <a:lnSpc>
                <a:spcPct val="100000"/>
              </a:lnSpc>
              <a:spcBef>
                <a:spcPts val="0"/>
              </a:spcBef>
              <a:spcAft>
                <a:spcPts val="0"/>
              </a:spcAft>
              <a:buClr>
                <a:schemeClr val="lt1"/>
              </a:buClr>
              <a:buSzPts val="7200"/>
              <a:buFont typeface="Arial"/>
              <a:buNone/>
            </a:pPr>
            <a:r>
              <a:t/>
            </a:r>
            <a:endParaRPr b="0"/>
          </a:p>
          <a:p>
            <a:pPr indent="0" lvl="0" marL="0" rtl="0" algn="l">
              <a:lnSpc>
                <a:spcPct val="90000"/>
              </a:lnSpc>
              <a:spcBef>
                <a:spcPts val="0"/>
              </a:spcBef>
              <a:spcAft>
                <a:spcPts val="0"/>
              </a:spcAft>
              <a:buClr>
                <a:schemeClr val="lt1"/>
              </a:buClr>
              <a:buSzPts val="5100"/>
              <a:buFont typeface="Arial"/>
              <a:buNone/>
            </a:pPr>
            <a:r>
              <a:t/>
            </a:r>
            <a:endParaRPr sz="5100">
              <a:solidFill>
                <a:srgbClr val="FFFFFF"/>
              </a:solidFill>
              <a:latin typeface="Quattrocento Sans"/>
              <a:ea typeface="Quattrocento Sans"/>
              <a:cs typeface="Quattrocento Sans"/>
              <a:sym typeface="Quattrocento Sans"/>
            </a:endParaRPr>
          </a:p>
        </p:txBody>
      </p:sp>
      <p:sp>
        <p:nvSpPr>
          <p:cNvPr id="105" name="Google Shape;105;p1"/>
          <p:cNvSpPr txBox="1"/>
          <p:nvPr>
            <p:ph idx="1" type="subTitle"/>
          </p:nvPr>
        </p:nvSpPr>
        <p:spPr>
          <a:xfrm>
            <a:off x="6652366" y="4017818"/>
            <a:ext cx="5040785" cy="1828799"/>
          </a:xfrm>
          <a:prstGeom prst="rect">
            <a:avLst/>
          </a:prstGeom>
          <a:noFill/>
          <a:ln>
            <a:noFill/>
          </a:ln>
        </p:spPr>
        <p:txBody>
          <a:bodyPr anchorCtr="0" anchor="b" bIns="45700" lIns="91425" spcFirstLastPara="1" rIns="91425" wrap="square" tIns="45700">
            <a:normAutofit/>
          </a:bodyPr>
          <a:lstStyle/>
          <a:p>
            <a:pPr indent="0" lvl="0" marL="0" rtl="0" algn="l">
              <a:lnSpc>
                <a:spcPct val="110000"/>
              </a:lnSpc>
              <a:spcBef>
                <a:spcPts val="0"/>
              </a:spcBef>
              <a:spcAft>
                <a:spcPts val="0"/>
              </a:spcAft>
              <a:buClr>
                <a:srgbClr val="FFFFFF"/>
              </a:buClr>
              <a:buSzPts val="2400"/>
              <a:buNone/>
            </a:pPr>
            <a:r>
              <a:rPr lang="en-US" sz="2400">
                <a:solidFill>
                  <a:srgbClr val="FFFFFF"/>
                </a:solidFill>
              </a:rPr>
              <a:t>Week of April 20</a:t>
            </a:r>
            <a:endParaRPr>
              <a:solidFill>
                <a:srgbClr val="FFFFFF"/>
              </a:solidFill>
            </a:endParaRPr>
          </a:p>
          <a:p>
            <a:pPr indent="0" lvl="0" marL="0" rtl="0" algn="l">
              <a:lnSpc>
                <a:spcPct val="110000"/>
              </a:lnSpc>
              <a:spcBef>
                <a:spcPts val="1000"/>
              </a:spcBef>
              <a:spcAft>
                <a:spcPts val="0"/>
              </a:spcAft>
              <a:buClr>
                <a:srgbClr val="FFFFFF"/>
              </a:buClr>
              <a:buSzPts val="2400"/>
              <a:buNone/>
            </a:pPr>
            <a:r>
              <a:rPr lang="en-US" sz="2400">
                <a:solidFill>
                  <a:srgbClr val="FFFFFF"/>
                </a:solidFill>
              </a:rPr>
              <a:t>Jacob Appling</a:t>
            </a:r>
            <a:endParaRPr/>
          </a:p>
        </p:txBody>
      </p:sp>
      <p:sp>
        <p:nvSpPr>
          <p:cNvPr id="106" name="Google Shape;106;p1"/>
          <p:cNvSpPr/>
          <p:nvPr/>
        </p:nvSpPr>
        <p:spPr>
          <a:xfrm>
            <a:off x="517870" y="508090"/>
            <a:ext cx="5021183" cy="149279"/>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 name="Google Shape;107;p1"/>
          <p:cNvSpPr/>
          <p:nvPr/>
        </p:nvSpPr>
        <p:spPr>
          <a:xfrm>
            <a:off x="6662168" y="6209925"/>
            <a:ext cx="5021183" cy="45719"/>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2"/>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 name="Google Shape;113;p2"/>
          <p:cNvSpPr/>
          <p:nvPr/>
        </p:nvSpPr>
        <p:spPr>
          <a:xfrm>
            <a:off x="517870" y="6209925"/>
            <a:ext cx="11155680" cy="45719"/>
          </a:xfrm>
          <a:custGeom>
            <a:rect b="b" l="l" r="r" t="t"/>
            <a:pathLst>
              <a:path extrusionOk="0" h="45719" w="8715708">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4" name="Google Shape;114;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5" name="Google Shape;115;p2"/>
          <p:cNvSpPr txBox="1"/>
          <p:nvPr>
            <p:ph type="title"/>
          </p:nvPr>
        </p:nvSpPr>
        <p:spPr>
          <a:xfrm>
            <a:off x="521208" y="5289381"/>
            <a:ext cx="7263804" cy="10082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600"/>
              <a:buFont typeface="Arial"/>
              <a:buNone/>
            </a:pPr>
            <a:r>
              <a:rPr lang="en-US" sz="1600"/>
              <a:t>Article #4 (Row 4 via Google Sheet)</a:t>
            </a:r>
            <a:endParaRPr/>
          </a:p>
        </p:txBody>
      </p:sp>
      <p:sp>
        <p:nvSpPr>
          <p:cNvPr id="116" name="Google Shape;116;p2"/>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17" name="Google Shape;117;p2" title="Screenshot 2026-04-23 at 9.53.24 PM.png"/>
          <p:cNvPicPr preferRelativeResize="0"/>
          <p:nvPr/>
        </p:nvPicPr>
        <p:blipFill>
          <a:blip r:embed="rId3">
            <a:alphaModFix/>
          </a:blip>
          <a:stretch>
            <a:fillRect/>
          </a:stretch>
        </p:blipFill>
        <p:spPr>
          <a:xfrm>
            <a:off x="927950" y="1163150"/>
            <a:ext cx="10060652" cy="3620450"/>
          </a:xfrm>
          <a:prstGeom prst="rect">
            <a:avLst/>
          </a:prstGeom>
          <a:solidFill>
            <a:schemeClr val="lt1"/>
          </a:solid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3"/>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Link to the Source    </a:t>
            </a:r>
            <a:endParaRPr/>
          </a:p>
        </p:txBody>
      </p:sp>
      <p:sp>
        <p:nvSpPr>
          <p:cNvPr id="123" name="Google Shape;123;p3"/>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Clr>
                <a:srgbClr val="1155CC"/>
              </a:buClr>
              <a:buSzPts val="2800"/>
              <a:buChar char="•"/>
            </a:pPr>
            <a:r>
              <a:rPr lang="en-US" sz="2800">
                <a:solidFill>
                  <a:srgbClr val="1155CC"/>
                </a:solidFill>
              </a:rPr>
              <a:t>https://sites.campbell.edu/academictechnology/2025/03/06/ai-in-higher-education-a-summary-of-recent-surveys-of-students-and-faculty/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4"/>
          <p:cNvSpPr txBox="1"/>
          <p:nvPr>
            <p:ph type="title"/>
          </p:nvPr>
        </p:nvSpPr>
        <p:spPr>
          <a:xfrm>
            <a:off x="521208" y="802562"/>
            <a:ext cx="11155680" cy="740117"/>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Arial"/>
              <a:buNone/>
            </a:pPr>
            <a:r>
              <a:rPr lang="en-US"/>
              <a:t>Main Findings</a:t>
            </a:r>
            <a:endParaRPr/>
          </a:p>
        </p:txBody>
      </p:sp>
      <p:sp>
        <p:nvSpPr>
          <p:cNvPr id="129" name="Google Shape;129;p4"/>
          <p:cNvSpPr txBox="1"/>
          <p:nvPr>
            <p:ph idx="1" type="body"/>
          </p:nvPr>
        </p:nvSpPr>
        <p:spPr>
          <a:xfrm>
            <a:off x="521208" y="1416070"/>
            <a:ext cx="11155680" cy="4607481"/>
          </a:xfrm>
          <a:prstGeom prst="rect">
            <a:avLst/>
          </a:prstGeom>
          <a:noFill/>
          <a:ln>
            <a:noFill/>
          </a:ln>
        </p:spPr>
        <p:txBody>
          <a:bodyPr anchorCtr="0" anchor="t" bIns="45700" lIns="91425" spcFirstLastPara="1" rIns="91425" wrap="square" tIns="45700">
            <a:noAutofit/>
          </a:bodyPr>
          <a:lstStyle/>
          <a:p>
            <a:pPr indent="-393700" lvl="0" marL="457200" rtl="0" algn="l">
              <a:lnSpc>
                <a:spcPct val="115000"/>
              </a:lnSpc>
              <a:spcBef>
                <a:spcPts val="1200"/>
              </a:spcBef>
              <a:spcAft>
                <a:spcPts val="0"/>
              </a:spcAft>
              <a:buClr>
                <a:srgbClr val="242424"/>
              </a:buClr>
              <a:buSzPts val="2600"/>
              <a:buChar char="•"/>
            </a:pPr>
            <a:r>
              <a:rPr lang="en-US" sz="1900"/>
              <a:t>The article argues that AI is already a major part of higher education, especially for students. Recent surveys show that a large majority of students are using AI tools for studying, writing, summarizing, brainstorming, explaining difficult concepts, and creating first drafts. For example, the article cites surveys showing student AI use ranging from 80% to 92%, depending on the survey group.</a:t>
            </a:r>
            <a:endParaRPr sz="1900"/>
          </a:p>
          <a:p>
            <a:pPr indent="-393700" lvl="0" marL="457200" rtl="0" algn="l">
              <a:lnSpc>
                <a:spcPct val="115000"/>
              </a:lnSpc>
              <a:spcBef>
                <a:spcPts val="0"/>
              </a:spcBef>
              <a:spcAft>
                <a:spcPts val="0"/>
              </a:spcAft>
              <a:buClr>
                <a:srgbClr val="242424"/>
              </a:buClr>
              <a:buSzPts val="2600"/>
              <a:buChar char="•"/>
            </a:pPr>
            <a:r>
              <a:rPr lang="en-US" sz="1900"/>
              <a:t>Faculty use of AI is growing, but it appears to be more cautious and less developed than student use. While many faculty members have tried AI or expect to use it more, the article notes that most faculty are still using it minimally. This creates a gap between how quickly students are adopting AI and how prepared instructors and institutions are to guide that use.</a:t>
            </a:r>
            <a:endParaRPr sz="1900"/>
          </a:p>
          <a:p>
            <a:pPr indent="-393700" lvl="0" marL="457200" rtl="0" algn="l">
              <a:lnSpc>
                <a:spcPct val="115000"/>
              </a:lnSpc>
              <a:spcBef>
                <a:spcPts val="0"/>
              </a:spcBef>
              <a:spcAft>
                <a:spcPts val="0"/>
              </a:spcAft>
              <a:buClr>
                <a:srgbClr val="242424"/>
              </a:buClr>
              <a:buSzPts val="2600"/>
              <a:buChar char="•"/>
            </a:pPr>
            <a:r>
              <a:rPr lang="en-US" sz="1900"/>
              <a:t>A major argument in the article is that AI literacy is now essential. Both students and faculty report feeling underprepared to use AI effectively. The article highlights concerns about accuracy, bias, privacy, academic integrity, cheating, and over-reliance on AI.</a:t>
            </a:r>
            <a:endParaRPr sz="2300"/>
          </a:p>
          <a:p>
            <a:pPr indent="0" lvl="0" marL="228600" rtl="0" algn="l">
              <a:lnSpc>
                <a:spcPct val="110000"/>
              </a:lnSpc>
              <a:spcBef>
                <a:spcPts val="1200"/>
              </a:spcBef>
              <a:spcAft>
                <a:spcPts val="0"/>
              </a:spcAft>
              <a:buSzPts val="1800"/>
              <a:buNone/>
            </a:pPr>
            <a:r>
              <a:t/>
            </a:r>
            <a:endParaRPr b="1">
              <a:solidFill>
                <a:srgbClr val="242424"/>
              </a:solidFill>
              <a:highlight>
                <a:srgbClr val="FFFFFF"/>
              </a:highlight>
              <a:latin typeface="Quattrocento Sans"/>
              <a:ea typeface="Quattrocento Sans"/>
              <a:cs typeface="Quattrocento Sans"/>
              <a:sym typeface="Quattrocento Sans"/>
            </a:endParaRPr>
          </a:p>
          <a:p>
            <a:pPr indent="0" lvl="0" marL="0" rtl="0" algn="l">
              <a:lnSpc>
                <a:spcPct val="100000"/>
              </a:lnSpc>
              <a:spcBef>
                <a:spcPts val="200"/>
              </a:spcBef>
              <a:spcAft>
                <a:spcPts val="0"/>
              </a:spcAft>
              <a:buClr>
                <a:schemeClr val="dk1"/>
              </a:buClr>
              <a:buSzPts val="1800"/>
              <a:buNone/>
            </a:pPr>
            <a:r>
              <a:t/>
            </a:r>
            <a:endParaRPr b="1">
              <a:solidFill>
                <a:srgbClr val="242424"/>
              </a:solidFill>
              <a:highlight>
                <a:srgbClr val="FFFFFF"/>
              </a:highlight>
              <a:latin typeface="Quattrocento Sans"/>
              <a:ea typeface="Quattrocento Sans"/>
              <a:cs typeface="Quattrocento Sans"/>
              <a:sym typeface="Quattrocen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5"/>
          <p:cNvSpPr txBox="1"/>
          <p:nvPr>
            <p:ph type="title"/>
          </p:nvPr>
        </p:nvSpPr>
        <p:spPr>
          <a:xfrm>
            <a:off x="521208" y="763485"/>
            <a:ext cx="11155680" cy="72057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42424"/>
              </a:buClr>
              <a:buSzPts val="4000"/>
              <a:buFont typeface="Quattrocento Sans"/>
              <a:buNone/>
            </a:pPr>
            <a:r>
              <a:rPr lang="en-US" sz="4000">
                <a:solidFill>
                  <a:srgbClr val="242424"/>
                </a:solidFill>
                <a:latin typeface="Quattrocento Sans"/>
                <a:ea typeface="Quattrocento Sans"/>
                <a:cs typeface="Quattrocento Sans"/>
                <a:sym typeface="Quattrocento Sans"/>
              </a:rPr>
              <a:t>Broader implications for society</a:t>
            </a:r>
            <a:endParaRPr b="0" sz="4000">
              <a:solidFill>
                <a:srgbClr val="242424"/>
              </a:solidFill>
              <a:latin typeface="Quattrocento Sans"/>
              <a:ea typeface="Quattrocento Sans"/>
              <a:cs typeface="Quattrocento Sans"/>
              <a:sym typeface="Quattrocento Sans"/>
            </a:endParaRPr>
          </a:p>
        </p:txBody>
      </p:sp>
      <p:sp>
        <p:nvSpPr>
          <p:cNvPr id="135" name="Google Shape;135;p5"/>
          <p:cNvSpPr txBox="1"/>
          <p:nvPr>
            <p:ph idx="1" type="body"/>
          </p:nvPr>
        </p:nvSpPr>
        <p:spPr>
          <a:xfrm>
            <a:off x="521208" y="1679839"/>
            <a:ext cx="11155680" cy="4666097"/>
          </a:xfrm>
          <a:prstGeom prst="rect">
            <a:avLst/>
          </a:prstGeom>
          <a:noFill/>
          <a:ln>
            <a:noFill/>
          </a:ln>
        </p:spPr>
        <p:txBody>
          <a:bodyPr anchorCtr="0" anchor="t" bIns="45700" lIns="91425" spcFirstLastPara="1" rIns="91425" wrap="square" tIns="45700">
            <a:noAutofit/>
          </a:bodyPr>
          <a:lstStyle/>
          <a:p>
            <a:pPr indent="-444500" lvl="0" marL="457200" rtl="0" algn="l">
              <a:lnSpc>
                <a:spcPct val="115000"/>
              </a:lnSpc>
              <a:spcBef>
                <a:spcPts val="1200"/>
              </a:spcBef>
              <a:spcAft>
                <a:spcPts val="0"/>
              </a:spcAft>
              <a:buClr>
                <a:srgbClr val="242424"/>
              </a:buClr>
              <a:buSzPts val="3400"/>
              <a:buChar char="•"/>
            </a:pPr>
            <a:r>
              <a:rPr lang="en-US" sz="1900"/>
              <a:t>The broader social implication is that AI is becoming a basic skill for education and future employment. Students who learn how to use AI responsibly may be better prepared for workplaces where AI tools are common. However, students who lack access, training, or guidance could fall behind.</a:t>
            </a:r>
            <a:endParaRPr sz="1900"/>
          </a:p>
          <a:p>
            <a:pPr indent="-444500" lvl="0" marL="457200" rtl="0" algn="l">
              <a:lnSpc>
                <a:spcPct val="115000"/>
              </a:lnSpc>
              <a:spcBef>
                <a:spcPts val="0"/>
              </a:spcBef>
              <a:spcAft>
                <a:spcPts val="0"/>
              </a:spcAft>
              <a:buClr>
                <a:srgbClr val="242424"/>
              </a:buClr>
              <a:buSzPts val="3400"/>
              <a:buChar char="•"/>
            </a:pPr>
            <a:r>
              <a:rPr lang="en-US" sz="1900"/>
              <a:t>The article also raises concerns about fairness and equity. If some students have better access to AI tools or better instruction on how to use them, AI could widen existing educational gaps. This is especially important for first-generation students or students from underrepresented backgrounds.</a:t>
            </a:r>
            <a:endParaRPr sz="1900"/>
          </a:p>
          <a:p>
            <a:pPr indent="-444500" lvl="0" marL="457200" rtl="0" algn="l">
              <a:lnSpc>
                <a:spcPct val="115000"/>
              </a:lnSpc>
              <a:spcBef>
                <a:spcPts val="0"/>
              </a:spcBef>
              <a:spcAft>
                <a:spcPts val="0"/>
              </a:spcAft>
              <a:buClr>
                <a:srgbClr val="242424"/>
              </a:buClr>
              <a:buSzPts val="3400"/>
              <a:buChar char="•"/>
            </a:pPr>
            <a:r>
              <a:rPr lang="en-US" sz="1900"/>
              <a:t>Another implication is that society will need to rethink what learning, originality, and academic honesty mean. AI can help people learn faster and work more efficiently, but it can also make it harder to know whether a student truly understands the material. Because of this, schools will likely need clearer policies and more emphasis on ethics, critical thinking, and responsible use.</a:t>
            </a:r>
            <a:endParaRPr sz="2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txBox="1"/>
          <p:nvPr>
            <p:ph type="title"/>
          </p:nvPr>
        </p:nvSpPr>
        <p:spPr>
          <a:xfrm>
            <a:off x="521208" y="673608"/>
            <a:ext cx="11155680" cy="146304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42424"/>
              </a:buClr>
              <a:buSzPts val="4000"/>
              <a:buFont typeface="Quattrocento Sans"/>
              <a:buNone/>
            </a:pPr>
            <a:r>
              <a:rPr lang="en-US" sz="4000">
                <a:solidFill>
                  <a:srgbClr val="242424"/>
                </a:solidFill>
                <a:latin typeface="Quattrocento Sans"/>
                <a:ea typeface="Quattrocento Sans"/>
                <a:cs typeface="Quattrocento Sans"/>
                <a:sym typeface="Quattrocento Sans"/>
              </a:rPr>
              <a:t>Relevance and potential influence on the construction industry</a:t>
            </a:r>
            <a:endParaRPr b="0" sz="4000">
              <a:solidFill>
                <a:srgbClr val="242424"/>
              </a:solidFill>
              <a:latin typeface="Quattrocento Sans"/>
              <a:ea typeface="Quattrocento Sans"/>
              <a:cs typeface="Quattrocento Sans"/>
              <a:sym typeface="Quattrocento Sans"/>
            </a:endParaRPr>
          </a:p>
        </p:txBody>
      </p:sp>
      <p:sp>
        <p:nvSpPr>
          <p:cNvPr id="141" name="Google Shape;141;p6"/>
          <p:cNvSpPr txBox="1"/>
          <p:nvPr>
            <p:ph idx="1" type="body"/>
          </p:nvPr>
        </p:nvSpPr>
        <p:spPr>
          <a:xfrm>
            <a:off x="521208" y="2138994"/>
            <a:ext cx="11155680" cy="4705172"/>
          </a:xfrm>
          <a:prstGeom prst="rect">
            <a:avLst/>
          </a:prstGeom>
          <a:noFill/>
          <a:ln>
            <a:noFill/>
          </a:ln>
        </p:spPr>
        <p:txBody>
          <a:bodyPr anchorCtr="0" anchor="t" bIns="45700" lIns="91425" spcFirstLastPara="1" rIns="91425" wrap="square" tIns="45700">
            <a:noAutofit/>
          </a:bodyPr>
          <a:lstStyle/>
          <a:p>
            <a:pPr indent="-412750" lvl="0" marL="457200" rtl="0" algn="l">
              <a:lnSpc>
                <a:spcPct val="115000"/>
              </a:lnSpc>
              <a:spcBef>
                <a:spcPts val="1200"/>
              </a:spcBef>
              <a:spcAft>
                <a:spcPts val="0"/>
              </a:spcAft>
              <a:buClr>
                <a:srgbClr val="242424"/>
              </a:buClr>
              <a:buSzPts val="2900"/>
              <a:buChar char="•"/>
            </a:pPr>
            <a:r>
              <a:rPr lang="en-US" sz="1700"/>
              <a:t>This article connects to the construction industry because construction education and professional training will likely face the same AI challenges as higher education. Future construction managers, engineers, architects, and facility professionals may increasingly use AI for research, scheduling, estimating, writing reports, reviewing documents, summarizing codes, and improving communication.</a:t>
            </a:r>
            <a:endParaRPr sz="1700"/>
          </a:p>
          <a:p>
            <a:pPr indent="-412750" lvl="0" marL="457200" rtl="0" algn="l">
              <a:lnSpc>
                <a:spcPct val="115000"/>
              </a:lnSpc>
              <a:spcBef>
                <a:spcPts val="0"/>
              </a:spcBef>
              <a:spcAft>
                <a:spcPts val="0"/>
              </a:spcAft>
              <a:buClr>
                <a:srgbClr val="242424"/>
              </a:buClr>
              <a:buSzPts val="2900"/>
              <a:buChar char="•"/>
            </a:pPr>
            <a:r>
              <a:rPr lang="en-US" sz="1700"/>
              <a:t>The article’s emphasis on AI literacy is especially relevant to construction. In construction management, AI tools can support decision-making, but users still need to verify information, understand project context, and avoid blindly trusting AI-generated answers. Mistakes in construction can have real consequences related to cost, safety, quality, and compliance.</a:t>
            </a:r>
            <a:endParaRPr sz="1700"/>
          </a:p>
          <a:p>
            <a:pPr indent="-412750" lvl="0" marL="457200" rtl="0" algn="l">
              <a:lnSpc>
                <a:spcPct val="115000"/>
              </a:lnSpc>
              <a:spcBef>
                <a:spcPts val="0"/>
              </a:spcBef>
              <a:spcAft>
                <a:spcPts val="0"/>
              </a:spcAft>
              <a:buClr>
                <a:srgbClr val="242424"/>
              </a:buClr>
              <a:buSzPts val="2900"/>
              <a:buChar char="•"/>
            </a:pPr>
            <a:r>
              <a:rPr lang="en-US" sz="1700"/>
              <a:t>For the construction industry, the biggest takeaway is that AI should be treated as a support tool, not a replacement for professional judgment. Companies and universities may need to train students and employees on how to use AI ethically, check its accuracy, protect sensitive project data, and apply it in practical ways that improve productivity without weakening critical thinking.</a:t>
            </a:r>
            <a:endParaRPr b="1">
              <a:solidFill>
                <a:srgbClr val="242424"/>
              </a:solidFill>
              <a:highlight>
                <a:srgbClr val="FFFFFF"/>
              </a:highlight>
              <a:latin typeface="Quattrocento Sans"/>
              <a:ea typeface="Quattrocento Sans"/>
              <a:cs typeface="Quattrocento Sans"/>
              <a:sym typeface="Quattrocento Sans"/>
            </a:endParaRPr>
          </a:p>
          <a:p>
            <a:pPr indent="0" lvl="0" marL="228600" rtl="0" algn="l">
              <a:lnSpc>
                <a:spcPct val="110000"/>
              </a:lnSpc>
              <a:spcBef>
                <a:spcPts val="1200"/>
              </a:spcBef>
              <a:spcAft>
                <a:spcPts val="0"/>
              </a:spcAft>
              <a:buClr>
                <a:schemeClr val="dk1"/>
              </a:buClr>
              <a:buSzPts val="2400"/>
              <a:buNone/>
            </a:pPr>
            <a:r>
              <a:t/>
            </a:r>
            <a:endParaRPr sz="2700">
              <a:solidFill>
                <a:srgbClr val="242424"/>
              </a:solidFill>
              <a:highlight>
                <a:srgbClr val="FFFFFF"/>
              </a:highlight>
              <a:latin typeface="Arial"/>
              <a:ea typeface="Arial"/>
              <a:cs typeface="Arial"/>
              <a:sym typeface="Arial"/>
            </a:endParaRPr>
          </a:p>
          <a:p>
            <a:pPr indent="-228600" lvl="0" marL="228600" rtl="0" algn="l">
              <a:lnSpc>
                <a:spcPct val="110000"/>
              </a:lnSpc>
              <a:spcBef>
                <a:spcPts val="1000"/>
              </a:spcBef>
              <a:spcAft>
                <a:spcPts val="0"/>
              </a:spcAft>
              <a:buClr>
                <a:schemeClr val="dk1"/>
              </a:buClr>
              <a:buSzPts val="2400"/>
              <a:buNone/>
            </a:pPr>
            <a:r>
              <a:t/>
            </a:r>
            <a:endParaRPr sz="2400">
              <a:solidFill>
                <a:srgbClr val="242424"/>
              </a:solidFill>
              <a:highlight>
                <a:srgbClr val="FFFFFF"/>
              </a:highlight>
              <a:latin typeface="Arial"/>
              <a:ea typeface="Arial"/>
              <a:cs typeface="Arial"/>
              <a:sym typeface="Arial"/>
            </a:endParaRPr>
          </a:p>
          <a:p>
            <a:pPr indent="0" lvl="0" marL="228600" rtl="0" algn="l">
              <a:lnSpc>
                <a:spcPct val="100000"/>
              </a:lnSpc>
              <a:spcBef>
                <a:spcPts val="200"/>
              </a:spcBef>
              <a:spcAft>
                <a:spcPts val="0"/>
              </a:spcAft>
              <a:buClr>
                <a:schemeClr val="dk1"/>
              </a:buClr>
              <a:buSzPts val="2800"/>
              <a:buNone/>
            </a:pPr>
            <a:r>
              <a:t/>
            </a:r>
            <a:endParaRPr b="1" sz="2800">
              <a:solidFill>
                <a:srgbClr val="242424"/>
              </a:solidFill>
              <a:highlight>
                <a:srgbClr val="FFFFFF"/>
              </a:highlight>
              <a:latin typeface="Quattrocento Sans"/>
              <a:ea typeface="Quattrocento Sans"/>
              <a:cs typeface="Quattrocento Sans"/>
              <a:sym typeface="Quattrocento Sans"/>
            </a:endParaRPr>
          </a:p>
        </p:txBody>
      </p:sp>
    </p:spTree>
  </p:cSld>
  <p:clrMapOvr>
    <a:masterClrMapping/>
  </p:clrMapOvr>
</p:sld>
</file>

<file path=ppt/theme/theme1.xml><?xml version="1.0" encoding="utf-8"?>
<a:theme xmlns:a="http://schemas.openxmlformats.org/drawingml/2006/main" xmlns:r="http://schemas.openxmlformats.org/officeDocument/2006/relationships" name="GestaltVTI">
  <a:themeElements>
    <a:clrScheme name="Gestalt">
      <a:dk1>
        <a:srgbClr val="000000"/>
      </a:dk1>
      <a:lt1>
        <a:srgbClr val="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estaltVTI">
  <a:themeElements>
    <a:clrScheme name="Gestalt">
      <a:dk1>
        <a:srgbClr val="000000"/>
      </a:dk1>
      <a:lt1>
        <a:srgbClr val="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2026-01-21T18:15:53Z</dcterms:created>
</cp:coreProperties>
</file>