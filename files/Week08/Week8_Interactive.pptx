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https://prezi.com/vzofgrv4w9fw/?referral_token=8w6Mt5lnB3FN&amp;utm_source=ppt_qr_code" TargetMode="External" Type="http://schemas.openxmlformats.org/officeDocument/2006/relationships/hyperlink"/><Relationship Id="rId4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zofgrv4w9fw/?referral_token=8w6Mt5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r="r" b="b" t="t" l="l"/>
            <a:pathLst>
              <a:path h="1422400" w="71628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