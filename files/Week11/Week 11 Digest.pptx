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0" r:id="rId4"/>
  </p:sldMasterIdLst>
  <p:notesMasterIdLst>
    <p:notesMasterId r:id="rId5"/>
  </p:notesMasterIdLst>
  <p:sldIdLst>
    <p:sldId id="256" r:id="rId6"/>
    <p:sldId id="257" r:id="rId7"/>
    <p:sldId id="258" r:id="rId8"/>
    <p:sldId id="259" r:id="rId9"/>
    <p:sldId id="260" r:id="rId10"/>
    <p:sldId id="261" r:id="rId11"/>
  </p:sldIdLst>
  <p:sldSz cy="6858000" cx="12192000"/>
  <p:notesSz cx="6858000" cy="9144000"/>
  <p:embeddedFontLst>
    <p:embeddedFont>
      <p:font typeface="Quattrocento Sans"/>
      <p:regular r:id="rId12"/>
      <p:bold r:id="rId13"/>
      <p:italic r:id="rId14"/>
      <p:boldItalic r:id="rId15"/>
    </p:embeddedFont>
    <p:embeddedFont>
      <p:font typeface="Merriweather"/>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g/BsTaaLcoz2cAvCOQA+F+xbhNn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QuattrocentoSans-bold.fntdata"/><Relationship Id="rId12" Type="http://schemas.openxmlformats.org/officeDocument/2006/relationships/font" Target="fonts/QuattrocentoSans-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font" Target="fonts/QuattrocentoSans-boldItalic.fntdata"/><Relationship Id="rId14" Type="http://schemas.openxmlformats.org/officeDocument/2006/relationships/font" Target="fonts/QuattrocentoSans-italic.fntdata"/><Relationship Id="rId17" Type="http://schemas.openxmlformats.org/officeDocument/2006/relationships/font" Target="fonts/Merriweather-bold.fntdata"/><Relationship Id="rId16" Type="http://schemas.openxmlformats.org/officeDocument/2006/relationships/font" Target="fonts/Merriweather-regular.fntdata"/><Relationship Id="rId5" Type="http://schemas.openxmlformats.org/officeDocument/2006/relationships/notesMaster" Target="notesMasters/notesMaster1.xml"/><Relationship Id="rId19" Type="http://schemas.openxmlformats.org/officeDocument/2006/relationships/font" Target="fonts/Merriweather-boldItalic.fntdata"/><Relationship Id="rId6" Type="http://schemas.openxmlformats.org/officeDocument/2006/relationships/slide" Target="slides/slide1.xml"/><Relationship Id="rId18" Type="http://schemas.openxmlformats.org/officeDocument/2006/relationships/font" Target="fonts/Merriweather-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 name="Google Shape;10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 name="Google Shape;11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10"/>
          <p:cNvSpPr/>
          <p:nvPr/>
        </p:nvSpPr>
        <p:spPr>
          <a:xfrm>
            <a:off x="517870" y="6209925"/>
            <a:ext cx="11155680" cy="45719"/>
          </a:xfrm>
          <a:custGeom>
            <a:rect b="b" l="l" r="r" t="t"/>
            <a:pathLst>
              <a:path extrusionOk="0" h="45719" w="8715708">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4" name="Google Shape;14;p10"/>
          <p:cNvSpPr txBox="1"/>
          <p:nvPr>
            <p:ph type="ctrTitle"/>
          </p:nvPr>
        </p:nvSpPr>
        <p:spPr>
          <a:xfrm>
            <a:off x="521208" y="978408"/>
            <a:ext cx="11155680" cy="34290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lt1"/>
              </a:buClr>
              <a:buSzPts val="7200"/>
              <a:buFont typeface="Arial"/>
              <a:buNone/>
              <a:defRPr sz="7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0"/>
          <p:cNvSpPr txBox="1"/>
          <p:nvPr>
            <p:ph idx="1" type="subTitle"/>
          </p:nvPr>
        </p:nvSpPr>
        <p:spPr>
          <a:xfrm>
            <a:off x="521208" y="4480560"/>
            <a:ext cx="7104888" cy="1399032"/>
          </a:xfrm>
          <a:prstGeom prst="rect">
            <a:avLst/>
          </a:prstGeom>
          <a:noFill/>
          <a:ln>
            <a:noFill/>
          </a:ln>
        </p:spPr>
        <p:txBody>
          <a:bodyPr anchorCtr="0" anchor="b" bIns="45700" lIns="91425" spcFirstLastPara="1" rIns="91425" wrap="square" tIns="45700">
            <a:normAutofit/>
          </a:bodyPr>
          <a:lstStyle>
            <a:lvl1pPr lvl="0" algn="l">
              <a:lnSpc>
                <a:spcPct val="110000"/>
              </a:lnSpc>
              <a:spcBef>
                <a:spcPts val="1000"/>
              </a:spcBef>
              <a:spcAft>
                <a:spcPts val="0"/>
              </a:spcAft>
              <a:buClr>
                <a:schemeClr val="lt1"/>
              </a:buClr>
              <a:buSzPts val="2200"/>
              <a:buNone/>
              <a:defRPr i="1" sz="2200"/>
            </a:lvl1pPr>
            <a:lvl2pPr lvl="1" algn="ctr">
              <a:lnSpc>
                <a:spcPct val="110000"/>
              </a:lnSpc>
              <a:spcBef>
                <a:spcPts val="500"/>
              </a:spcBef>
              <a:spcAft>
                <a:spcPts val="0"/>
              </a:spcAft>
              <a:buClr>
                <a:schemeClr val="lt1"/>
              </a:buClr>
              <a:buSzPts val="2000"/>
              <a:buNone/>
              <a:defRPr sz="2000"/>
            </a:lvl2pPr>
            <a:lvl3pPr lvl="2" algn="ctr">
              <a:lnSpc>
                <a:spcPct val="110000"/>
              </a:lnSpc>
              <a:spcBef>
                <a:spcPts val="500"/>
              </a:spcBef>
              <a:spcAft>
                <a:spcPts val="0"/>
              </a:spcAft>
              <a:buClr>
                <a:schemeClr val="lt1"/>
              </a:buClr>
              <a:buSzPts val="1800"/>
              <a:buNone/>
              <a:defRPr sz="1800"/>
            </a:lvl3pPr>
            <a:lvl4pPr lvl="3" algn="ctr">
              <a:lnSpc>
                <a:spcPct val="110000"/>
              </a:lnSpc>
              <a:spcBef>
                <a:spcPts val="500"/>
              </a:spcBef>
              <a:spcAft>
                <a:spcPts val="0"/>
              </a:spcAft>
              <a:buClr>
                <a:schemeClr val="lt1"/>
              </a:buClr>
              <a:buSzPts val="1600"/>
              <a:buNone/>
              <a:defRPr sz="1600"/>
            </a:lvl4pPr>
            <a:lvl5pPr lvl="4" algn="ctr">
              <a:lnSpc>
                <a:spcPct val="11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16" name="Google Shape;16;p10"/>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0"/>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0"/>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11"/>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1"/>
          <p:cNvSpPr txBox="1"/>
          <p:nvPr>
            <p:ph idx="1" type="body"/>
          </p:nvPr>
        </p:nvSpPr>
        <p:spPr>
          <a:xfrm>
            <a:off x="521208" y="2578608"/>
            <a:ext cx="11155680" cy="376732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11"/>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1"/>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1"/>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2" name="Shape 32"/>
        <p:cNvGrpSpPr/>
        <p:nvPr/>
      </p:nvGrpSpPr>
      <p:grpSpPr>
        <a:xfrm>
          <a:off x="0" y="0"/>
          <a:ext cx="0" cy="0"/>
          <a:chOff x="0" y="0"/>
          <a:chExt cx="0" cy="0"/>
        </a:xfrm>
      </p:grpSpPr>
      <p:sp>
        <p:nvSpPr>
          <p:cNvPr id="33" name="Google Shape;33;p9"/>
          <p:cNvSpPr/>
          <p:nvPr/>
        </p:nvSpPr>
        <p:spPr>
          <a:xfrm>
            <a:off x="517870" y="6209925"/>
            <a:ext cx="11155680" cy="45719"/>
          </a:xfrm>
          <a:custGeom>
            <a:rect b="b" l="l" r="r" t="t"/>
            <a:pathLst>
              <a:path extrusionOk="0" h="45719" w="8715708">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4" name="Google Shape;34;p9"/>
          <p:cNvSpPr txBox="1"/>
          <p:nvPr>
            <p:ph type="ctrTitle"/>
          </p:nvPr>
        </p:nvSpPr>
        <p:spPr>
          <a:xfrm>
            <a:off x="521208" y="978408"/>
            <a:ext cx="11155680" cy="34290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7200"/>
              <a:buFont typeface="Arial"/>
              <a:buNone/>
              <a:defRPr sz="7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9"/>
          <p:cNvSpPr txBox="1"/>
          <p:nvPr>
            <p:ph idx="1" type="subTitle"/>
          </p:nvPr>
        </p:nvSpPr>
        <p:spPr>
          <a:xfrm>
            <a:off x="521208" y="4480560"/>
            <a:ext cx="7104888" cy="1399032"/>
          </a:xfrm>
          <a:prstGeom prst="rect">
            <a:avLst/>
          </a:prstGeom>
          <a:noFill/>
          <a:ln>
            <a:noFill/>
          </a:ln>
        </p:spPr>
        <p:txBody>
          <a:bodyPr anchorCtr="0" anchor="b" bIns="45700" lIns="91425" spcFirstLastPara="1" rIns="91425" wrap="square" tIns="45700">
            <a:normAutofit/>
          </a:bodyPr>
          <a:lstStyle>
            <a:lvl1pPr lvl="0" algn="l">
              <a:lnSpc>
                <a:spcPct val="110000"/>
              </a:lnSpc>
              <a:spcBef>
                <a:spcPts val="1000"/>
              </a:spcBef>
              <a:spcAft>
                <a:spcPts val="0"/>
              </a:spcAft>
              <a:buClr>
                <a:schemeClr val="dk1"/>
              </a:buClr>
              <a:buSzPts val="2200"/>
              <a:buNone/>
              <a:defRPr i="1" sz="2200"/>
            </a:lvl1pPr>
            <a:lvl2pPr lvl="1" algn="ctr">
              <a:lnSpc>
                <a:spcPct val="110000"/>
              </a:lnSpc>
              <a:spcBef>
                <a:spcPts val="500"/>
              </a:spcBef>
              <a:spcAft>
                <a:spcPts val="0"/>
              </a:spcAft>
              <a:buClr>
                <a:schemeClr val="dk1"/>
              </a:buClr>
              <a:buSzPts val="2000"/>
              <a:buNone/>
              <a:defRPr sz="2000"/>
            </a:lvl2pPr>
            <a:lvl3pPr lvl="2" algn="ctr">
              <a:lnSpc>
                <a:spcPct val="110000"/>
              </a:lnSpc>
              <a:spcBef>
                <a:spcPts val="500"/>
              </a:spcBef>
              <a:spcAft>
                <a:spcPts val="0"/>
              </a:spcAft>
              <a:buClr>
                <a:schemeClr val="dk1"/>
              </a:buClr>
              <a:buSzPts val="1800"/>
              <a:buNone/>
              <a:defRPr sz="1800"/>
            </a:lvl3pPr>
            <a:lvl4pPr lvl="3" algn="ctr">
              <a:lnSpc>
                <a:spcPct val="110000"/>
              </a:lnSpc>
              <a:spcBef>
                <a:spcPts val="500"/>
              </a:spcBef>
              <a:spcAft>
                <a:spcPts val="0"/>
              </a:spcAft>
              <a:buClr>
                <a:schemeClr val="dk1"/>
              </a:buClr>
              <a:buSzPts val="1600"/>
              <a:buNone/>
              <a:defRPr sz="1600"/>
            </a:lvl4pPr>
            <a:lvl5pPr lvl="4" algn="ctr">
              <a:lnSpc>
                <a:spcPct val="11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 name="Google Shape;36;p9"/>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9"/>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9"/>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39" name="Shape 39"/>
        <p:cNvGrpSpPr/>
        <p:nvPr/>
      </p:nvGrpSpPr>
      <p:grpSpPr>
        <a:xfrm>
          <a:off x="0" y="0"/>
          <a:ext cx="0" cy="0"/>
          <a:chOff x="0" y="0"/>
          <a:chExt cx="0" cy="0"/>
        </a:xfrm>
      </p:grpSpPr>
      <p:sp>
        <p:nvSpPr>
          <p:cNvPr id="40" name="Google Shape;40;p12"/>
          <p:cNvSpPr txBox="1"/>
          <p:nvPr>
            <p:ph type="title"/>
          </p:nvPr>
        </p:nvSpPr>
        <p:spPr>
          <a:xfrm>
            <a:off x="521208" y="978408"/>
            <a:ext cx="5020056" cy="4288536"/>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5400"/>
              <a:buFont typeface="Arial"/>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2"/>
          <p:cNvSpPr txBox="1"/>
          <p:nvPr>
            <p:ph idx="1" type="body"/>
          </p:nvPr>
        </p:nvSpPr>
        <p:spPr>
          <a:xfrm>
            <a:off x="521208" y="5266944"/>
            <a:ext cx="5020056" cy="1088136"/>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rgbClr val="757575"/>
              </a:buClr>
              <a:buSzPts val="2200"/>
              <a:buNone/>
              <a:defRPr i="1" sz="2200">
                <a:solidFill>
                  <a:srgbClr val="757575"/>
                </a:solidFill>
              </a:defRPr>
            </a:lvl1pPr>
            <a:lvl2pPr indent="-228600" lvl="1" marL="914400" algn="l">
              <a:lnSpc>
                <a:spcPct val="110000"/>
              </a:lnSpc>
              <a:spcBef>
                <a:spcPts val="500"/>
              </a:spcBef>
              <a:spcAft>
                <a:spcPts val="0"/>
              </a:spcAft>
              <a:buClr>
                <a:srgbClr val="757575"/>
              </a:buClr>
              <a:buSzPts val="2000"/>
              <a:buNone/>
              <a:defRPr sz="2000">
                <a:solidFill>
                  <a:srgbClr val="757575"/>
                </a:solidFill>
              </a:defRPr>
            </a:lvl2pPr>
            <a:lvl3pPr indent="-228600" lvl="2" marL="1371600" algn="l">
              <a:lnSpc>
                <a:spcPct val="110000"/>
              </a:lnSpc>
              <a:spcBef>
                <a:spcPts val="500"/>
              </a:spcBef>
              <a:spcAft>
                <a:spcPts val="0"/>
              </a:spcAft>
              <a:buClr>
                <a:srgbClr val="757575"/>
              </a:buClr>
              <a:buSzPts val="1800"/>
              <a:buNone/>
              <a:defRPr sz="1800">
                <a:solidFill>
                  <a:srgbClr val="757575"/>
                </a:solidFill>
              </a:defRPr>
            </a:lvl3pPr>
            <a:lvl4pPr indent="-228600" lvl="3" marL="1828800" algn="l">
              <a:lnSpc>
                <a:spcPct val="110000"/>
              </a:lnSpc>
              <a:spcBef>
                <a:spcPts val="500"/>
              </a:spcBef>
              <a:spcAft>
                <a:spcPts val="0"/>
              </a:spcAft>
              <a:buClr>
                <a:srgbClr val="757575"/>
              </a:buClr>
              <a:buSzPts val="1600"/>
              <a:buNone/>
              <a:defRPr sz="1600">
                <a:solidFill>
                  <a:srgbClr val="757575"/>
                </a:solidFill>
              </a:defRPr>
            </a:lvl4pPr>
            <a:lvl5pPr indent="-228600" lvl="4" marL="2286000" algn="l">
              <a:lnSpc>
                <a:spcPct val="11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42" name="Google Shape;42;p12"/>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2"/>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2"/>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5" name="Google Shape;45;p12"/>
          <p:cNvSpPr/>
          <p:nvPr/>
        </p:nvSpPr>
        <p:spPr>
          <a:xfrm>
            <a:off x="517870" y="508090"/>
            <a:ext cx="5021183" cy="14927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6" name="Shape 46"/>
        <p:cNvGrpSpPr/>
        <p:nvPr/>
      </p:nvGrpSpPr>
      <p:grpSpPr>
        <a:xfrm>
          <a:off x="0" y="0"/>
          <a:ext cx="0" cy="0"/>
          <a:chOff x="0" y="0"/>
          <a:chExt cx="0" cy="0"/>
        </a:xfrm>
      </p:grpSpPr>
      <p:sp>
        <p:nvSpPr>
          <p:cNvPr id="47" name="Google Shape;47;p13"/>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3"/>
          <p:cNvSpPr txBox="1"/>
          <p:nvPr>
            <p:ph idx="1" type="body"/>
          </p:nvPr>
        </p:nvSpPr>
        <p:spPr>
          <a:xfrm>
            <a:off x="521208" y="2578608"/>
            <a:ext cx="5166360" cy="376732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13"/>
          <p:cNvSpPr txBox="1"/>
          <p:nvPr>
            <p:ph idx="2" type="body"/>
          </p:nvPr>
        </p:nvSpPr>
        <p:spPr>
          <a:xfrm>
            <a:off x="6519672" y="2578608"/>
            <a:ext cx="5166360" cy="376732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3"/>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3"/>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3"/>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3" name="Shape 53"/>
        <p:cNvGrpSpPr/>
        <p:nvPr/>
      </p:nvGrpSpPr>
      <p:grpSpPr>
        <a:xfrm>
          <a:off x="0" y="0"/>
          <a:ext cx="0" cy="0"/>
          <a:chOff x="0" y="0"/>
          <a:chExt cx="0" cy="0"/>
        </a:xfrm>
      </p:grpSpPr>
      <p:sp>
        <p:nvSpPr>
          <p:cNvPr id="54" name="Google Shape;54;p14"/>
          <p:cNvSpPr txBox="1"/>
          <p:nvPr>
            <p:ph type="title"/>
          </p:nvPr>
        </p:nvSpPr>
        <p:spPr>
          <a:xfrm>
            <a:off x="521208" y="978408"/>
            <a:ext cx="11164824" cy="121615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4"/>
          <p:cNvSpPr txBox="1"/>
          <p:nvPr>
            <p:ph idx="1" type="body"/>
          </p:nvPr>
        </p:nvSpPr>
        <p:spPr>
          <a:xfrm>
            <a:off x="521208" y="2340864"/>
            <a:ext cx="5166360" cy="658368"/>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200"/>
              <a:buNone/>
              <a:defRPr b="0" i="1" sz="2200"/>
            </a:lvl1pPr>
            <a:lvl2pPr indent="-228600" lvl="1" marL="914400" algn="l">
              <a:lnSpc>
                <a:spcPct val="110000"/>
              </a:lnSpc>
              <a:spcBef>
                <a:spcPts val="500"/>
              </a:spcBef>
              <a:spcAft>
                <a:spcPts val="0"/>
              </a:spcAft>
              <a:buClr>
                <a:schemeClr val="dk1"/>
              </a:buClr>
              <a:buSzPts val="2000"/>
              <a:buNone/>
              <a:defRPr b="1" sz="2000"/>
            </a:lvl2pPr>
            <a:lvl3pPr indent="-228600" lvl="2" marL="1371600" algn="l">
              <a:lnSpc>
                <a:spcPct val="110000"/>
              </a:lnSpc>
              <a:spcBef>
                <a:spcPts val="500"/>
              </a:spcBef>
              <a:spcAft>
                <a:spcPts val="0"/>
              </a:spcAft>
              <a:buClr>
                <a:schemeClr val="dk1"/>
              </a:buClr>
              <a:buSzPts val="1800"/>
              <a:buNone/>
              <a:defRPr b="1" sz="1800"/>
            </a:lvl3pPr>
            <a:lvl4pPr indent="-228600" lvl="3" marL="1828800" algn="l">
              <a:lnSpc>
                <a:spcPct val="110000"/>
              </a:lnSpc>
              <a:spcBef>
                <a:spcPts val="500"/>
              </a:spcBef>
              <a:spcAft>
                <a:spcPts val="0"/>
              </a:spcAft>
              <a:buClr>
                <a:schemeClr val="dk1"/>
              </a:buClr>
              <a:buSzPts val="1600"/>
              <a:buNone/>
              <a:defRPr b="1" sz="1600"/>
            </a:lvl4pPr>
            <a:lvl5pPr indent="-228600" lvl="4" marL="2286000" algn="l">
              <a:lnSpc>
                <a:spcPct val="11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6" name="Google Shape;56;p14"/>
          <p:cNvSpPr txBox="1"/>
          <p:nvPr>
            <p:ph idx="2" type="body"/>
          </p:nvPr>
        </p:nvSpPr>
        <p:spPr>
          <a:xfrm>
            <a:off x="521208" y="3035808"/>
            <a:ext cx="5166360" cy="331012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14"/>
          <p:cNvSpPr txBox="1"/>
          <p:nvPr>
            <p:ph idx="3" type="body"/>
          </p:nvPr>
        </p:nvSpPr>
        <p:spPr>
          <a:xfrm>
            <a:off x="6519672" y="2340864"/>
            <a:ext cx="5166360" cy="658368"/>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200"/>
              <a:buNone/>
              <a:defRPr b="0" i="1" sz="2200"/>
            </a:lvl1pPr>
            <a:lvl2pPr indent="-228600" lvl="1" marL="914400" algn="l">
              <a:lnSpc>
                <a:spcPct val="110000"/>
              </a:lnSpc>
              <a:spcBef>
                <a:spcPts val="500"/>
              </a:spcBef>
              <a:spcAft>
                <a:spcPts val="0"/>
              </a:spcAft>
              <a:buClr>
                <a:schemeClr val="dk1"/>
              </a:buClr>
              <a:buSzPts val="2000"/>
              <a:buNone/>
              <a:defRPr b="1" sz="2000"/>
            </a:lvl2pPr>
            <a:lvl3pPr indent="-228600" lvl="2" marL="1371600" algn="l">
              <a:lnSpc>
                <a:spcPct val="110000"/>
              </a:lnSpc>
              <a:spcBef>
                <a:spcPts val="500"/>
              </a:spcBef>
              <a:spcAft>
                <a:spcPts val="0"/>
              </a:spcAft>
              <a:buClr>
                <a:schemeClr val="dk1"/>
              </a:buClr>
              <a:buSzPts val="1800"/>
              <a:buNone/>
              <a:defRPr b="1" sz="1800"/>
            </a:lvl3pPr>
            <a:lvl4pPr indent="-228600" lvl="3" marL="1828800" algn="l">
              <a:lnSpc>
                <a:spcPct val="110000"/>
              </a:lnSpc>
              <a:spcBef>
                <a:spcPts val="500"/>
              </a:spcBef>
              <a:spcAft>
                <a:spcPts val="0"/>
              </a:spcAft>
              <a:buClr>
                <a:schemeClr val="dk1"/>
              </a:buClr>
              <a:buSzPts val="1600"/>
              <a:buNone/>
              <a:defRPr b="1" sz="1600"/>
            </a:lvl4pPr>
            <a:lvl5pPr indent="-228600" lvl="4" marL="2286000" algn="l">
              <a:lnSpc>
                <a:spcPct val="11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8" name="Google Shape;58;p14"/>
          <p:cNvSpPr txBox="1"/>
          <p:nvPr>
            <p:ph idx="4" type="body"/>
          </p:nvPr>
        </p:nvSpPr>
        <p:spPr>
          <a:xfrm>
            <a:off x="6519672" y="3035808"/>
            <a:ext cx="5166360" cy="3310128"/>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14"/>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4"/>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4"/>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sp>
        <p:nvSpPr>
          <p:cNvPr id="63" name="Google Shape;63;p15"/>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5"/>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5"/>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5"/>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67" name="Shape 67"/>
        <p:cNvGrpSpPr/>
        <p:nvPr/>
      </p:nvGrpSpPr>
      <p:grpSpPr>
        <a:xfrm>
          <a:off x="0" y="0"/>
          <a:ext cx="0" cy="0"/>
          <a:chOff x="0" y="0"/>
          <a:chExt cx="0" cy="0"/>
        </a:xfrm>
      </p:grpSpPr>
      <p:sp>
        <p:nvSpPr>
          <p:cNvPr id="68" name="Google Shape;68;p16"/>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6"/>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6"/>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1" name="Shape 71"/>
        <p:cNvGrpSpPr/>
        <p:nvPr/>
      </p:nvGrpSpPr>
      <p:grpSpPr>
        <a:xfrm>
          <a:off x="0" y="0"/>
          <a:ext cx="0" cy="0"/>
          <a:chOff x="0" y="0"/>
          <a:chExt cx="0" cy="0"/>
        </a:xfrm>
      </p:grpSpPr>
      <p:sp>
        <p:nvSpPr>
          <p:cNvPr id="72" name="Google Shape;72;p17"/>
          <p:cNvSpPr txBox="1"/>
          <p:nvPr>
            <p:ph type="title"/>
          </p:nvPr>
        </p:nvSpPr>
        <p:spPr>
          <a:xfrm>
            <a:off x="521208" y="978408"/>
            <a:ext cx="5020056" cy="2459736"/>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4400"/>
              <a:buFont typeface="Arial"/>
              <a:buNone/>
              <a:defRPr sz="4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7"/>
          <p:cNvSpPr txBox="1"/>
          <p:nvPr>
            <p:ph idx="1" type="body"/>
          </p:nvPr>
        </p:nvSpPr>
        <p:spPr>
          <a:xfrm>
            <a:off x="6519672" y="987424"/>
            <a:ext cx="5166360" cy="5358384"/>
          </a:xfrm>
          <a:prstGeom prst="rect">
            <a:avLst/>
          </a:prstGeom>
          <a:noFill/>
          <a:ln>
            <a:noFill/>
          </a:ln>
        </p:spPr>
        <p:txBody>
          <a:bodyPr anchorCtr="0" anchor="t" bIns="45700" lIns="91425" spcFirstLastPara="1" rIns="91425" wrap="square" tIns="45700">
            <a:normAutofit/>
          </a:bodyPr>
          <a:lstStyle>
            <a:lvl1pPr indent="-355600" lvl="0" marL="457200" algn="l">
              <a:lnSpc>
                <a:spcPct val="110000"/>
              </a:lnSpc>
              <a:spcBef>
                <a:spcPts val="1000"/>
              </a:spcBef>
              <a:spcAft>
                <a:spcPts val="0"/>
              </a:spcAft>
              <a:buClr>
                <a:schemeClr val="dk1"/>
              </a:buClr>
              <a:buSzPts val="2000"/>
              <a:buChar char="•"/>
              <a:defRPr sz="2000"/>
            </a:lvl1pPr>
            <a:lvl2pPr indent="-342900" lvl="1" marL="914400" algn="l">
              <a:lnSpc>
                <a:spcPct val="110000"/>
              </a:lnSpc>
              <a:spcBef>
                <a:spcPts val="500"/>
              </a:spcBef>
              <a:spcAft>
                <a:spcPts val="0"/>
              </a:spcAft>
              <a:buClr>
                <a:schemeClr val="dk1"/>
              </a:buClr>
              <a:buSzPts val="1800"/>
              <a:buChar char="•"/>
              <a:defRPr sz="1800"/>
            </a:lvl2pPr>
            <a:lvl3pPr indent="-330200" lvl="2" marL="1371600" algn="l">
              <a:lnSpc>
                <a:spcPct val="110000"/>
              </a:lnSpc>
              <a:spcBef>
                <a:spcPts val="500"/>
              </a:spcBef>
              <a:spcAft>
                <a:spcPts val="0"/>
              </a:spcAft>
              <a:buClr>
                <a:schemeClr val="dk1"/>
              </a:buClr>
              <a:buSzPts val="1600"/>
              <a:buChar char="•"/>
              <a:defRPr sz="1600"/>
            </a:lvl3pPr>
            <a:lvl4pPr indent="-317500" lvl="3" marL="1828800" algn="l">
              <a:lnSpc>
                <a:spcPct val="110000"/>
              </a:lnSpc>
              <a:spcBef>
                <a:spcPts val="500"/>
              </a:spcBef>
              <a:spcAft>
                <a:spcPts val="0"/>
              </a:spcAft>
              <a:buClr>
                <a:schemeClr val="dk1"/>
              </a:buClr>
              <a:buSzPts val="1400"/>
              <a:buChar char="•"/>
              <a:defRPr sz="1400"/>
            </a:lvl4pPr>
            <a:lvl5pPr indent="-317500" lvl="4" marL="2286000" algn="l">
              <a:lnSpc>
                <a:spcPct val="110000"/>
              </a:lnSpc>
              <a:spcBef>
                <a:spcPts val="500"/>
              </a:spcBef>
              <a:spcAft>
                <a:spcPts val="0"/>
              </a:spcAft>
              <a:buClr>
                <a:schemeClr val="dk1"/>
              </a:buClr>
              <a:buSzPts val="1400"/>
              <a:buChar char="•"/>
              <a:defRPr sz="14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4" name="Google Shape;74;p17"/>
          <p:cNvSpPr txBox="1"/>
          <p:nvPr>
            <p:ph idx="2" type="body"/>
          </p:nvPr>
        </p:nvSpPr>
        <p:spPr>
          <a:xfrm>
            <a:off x="521208" y="3575304"/>
            <a:ext cx="5020056" cy="277063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200"/>
              <a:buNone/>
              <a:defRPr i="1" sz="2200"/>
            </a:lvl1pPr>
            <a:lvl2pPr indent="-228600" lvl="1" marL="914400" algn="l">
              <a:lnSpc>
                <a:spcPct val="110000"/>
              </a:lnSpc>
              <a:spcBef>
                <a:spcPts val="500"/>
              </a:spcBef>
              <a:spcAft>
                <a:spcPts val="0"/>
              </a:spcAft>
              <a:buClr>
                <a:schemeClr val="dk1"/>
              </a:buClr>
              <a:buSzPts val="1400"/>
              <a:buNone/>
              <a:defRPr sz="1400"/>
            </a:lvl2pPr>
            <a:lvl3pPr indent="-228600" lvl="2" marL="1371600" algn="l">
              <a:lnSpc>
                <a:spcPct val="110000"/>
              </a:lnSpc>
              <a:spcBef>
                <a:spcPts val="500"/>
              </a:spcBef>
              <a:spcAft>
                <a:spcPts val="0"/>
              </a:spcAft>
              <a:buClr>
                <a:schemeClr val="dk1"/>
              </a:buClr>
              <a:buSzPts val="1200"/>
              <a:buNone/>
              <a:defRPr sz="1200"/>
            </a:lvl3pPr>
            <a:lvl4pPr indent="-228600" lvl="3" marL="1828800" algn="l">
              <a:lnSpc>
                <a:spcPct val="110000"/>
              </a:lnSpc>
              <a:spcBef>
                <a:spcPts val="500"/>
              </a:spcBef>
              <a:spcAft>
                <a:spcPts val="0"/>
              </a:spcAft>
              <a:buClr>
                <a:schemeClr val="dk1"/>
              </a:buClr>
              <a:buSzPts val="1000"/>
              <a:buNone/>
              <a:defRPr sz="1000"/>
            </a:lvl4pPr>
            <a:lvl5pPr indent="-228600" lvl="4" marL="2286000" algn="l">
              <a:lnSpc>
                <a:spcPct val="11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5" name="Google Shape;75;p17"/>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7"/>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7"/>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8" name="Shape 78"/>
        <p:cNvGrpSpPr/>
        <p:nvPr/>
      </p:nvGrpSpPr>
      <p:grpSpPr>
        <a:xfrm>
          <a:off x="0" y="0"/>
          <a:ext cx="0" cy="0"/>
          <a:chOff x="0" y="0"/>
          <a:chExt cx="0" cy="0"/>
        </a:xfrm>
      </p:grpSpPr>
      <p:sp>
        <p:nvSpPr>
          <p:cNvPr id="79" name="Google Shape;79;p18"/>
          <p:cNvSpPr txBox="1"/>
          <p:nvPr>
            <p:ph type="title"/>
          </p:nvPr>
        </p:nvSpPr>
        <p:spPr>
          <a:xfrm>
            <a:off x="521208" y="978408"/>
            <a:ext cx="5020056" cy="2459736"/>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4400"/>
              <a:buFont typeface="Arial"/>
              <a:buNone/>
              <a:defRPr sz="4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8"/>
          <p:cNvSpPr/>
          <p:nvPr>
            <p:ph idx="2" type="pic"/>
          </p:nvPr>
        </p:nvSpPr>
        <p:spPr>
          <a:xfrm>
            <a:off x="6519672" y="987424"/>
            <a:ext cx="5166360" cy="5358384"/>
          </a:xfrm>
          <a:prstGeom prst="rect">
            <a:avLst/>
          </a:prstGeom>
          <a:noFill/>
          <a:ln>
            <a:noFill/>
          </a:ln>
        </p:spPr>
      </p:sp>
      <p:sp>
        <p:nvSpPr>
          <p:cNvPr id="81" name="Google Shape;81;p18"/>
          <p:cNvSpPr txBox="1"/>
          <p:nvPr>
            <p:ph idx="1" type="body"/>
          </p:nvPr>
        </p:nvSpPr>
        <p:spPr>
          <a:xfrm>
            <a:off x="521208" y="3575304"/>
            <a:ext cx="5020056" cy="277063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2200"/>
              <a:buNone/>
              <a:defRPr i="1" sz="2200"/>
            </a:lvl1pPr>
            <a:lvl2pPr indent="-228600" lvl="1" marL="914400" algn="l">
              <a:lnSpc>
                <a:spcPct val="110000"/>
              </a:lnSpc>
              <a:spcBef>
                <a:spcPts val="500"/>
              </a:spcBef>
              <a:spcAft>
                <a:spcPts val="0"/>
              </a:spcAft>
              <a:buClr>
                <a:schemeClr val="dk1"/>
              </a:buClr>
              <a:buSzPts val="1400"/>
              <a:buNone/>
              <a:defRPr sz="1400"/>
            </a:lvl2pPr>
            <a:lvl3pPr indent="-228600" lvl="2" marL="1371600" algn="l">
              <a:lnSpc>
                <a:spcPct val="110000"/>
              </a:lnSpc>
              <a:spcBef>
                <a:spcPts val="500"/>
              </a:spcBef>
              <a:spcAft>
                <a:spcPts val="0"/>
              </a:spcAft>
              <a:buClr>
                <a:schemeClr val="dk1"/>
              </a:buClr>
              <a:buSzPts val="1200"/>
              <a:buNone/>
              <a:defRPr sz="1200"/>
            </a:lvl3pPr>
            <a:lvl4pPr indent="-228600" lvl="3" marL="1828800" algn="l">
              <a:lnSpc>
                <a:spcPct val="110000"/>
              </a:lnSpc>
              <a:spcBef>
                <a:spcPts val="500"/>
              </a:spcBef>
              <a:spcAft>
                <a:spcPts val="0"/>
              </a:spcAft>
              <a:buClr>
                <a:schemeClr val="dk1"/>
              </a:buClr>
              <a:buSzPts val="1000"/>
              <a:buNone/>
              <a:defRPr sz="1000"/>
            </a:lvl4pPr>
            <a:lvl5pPr indent="-228600" lvl="4" marL="2286000" algn="l">
              <a:lnSpc>
                <a:spcPct val="11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2" name="Google Shape;82;p18"/>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8"/>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8"/>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5" name="Shape 85"/>
        <p:cNvGrpSpPr/>
        <p:nvPr/>
      </p:nvGrpSpPr>
      <p:grpSpPr>
        <a:xfrm>
          <a:off x="0" y="0"/>
          <a:ext cx="0" cy="0"/>
          <a:chOff x="0" y="0"/>
          <a:chExt cx="0" cy="0"/>
        </a:xfrm>
      </p:grpSpPr>
      <p:sp>
        <p:nvSpPr>
          <p:cNvPr id="86" name="Google Shape;86;p19"/>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9"/>
          <p:cNvSpPr txBox="1"/>
          <p:nvPr>
            <p:ph idx="1" type="body"/>
          </p:nvPr>
        </p:nvSpPr>
        <p:spPr>
          <a:xfrm rot="5400000">
            <a:off x="4215384" y="-1115568"/>
            <a:ext cx="3767328" cy="1115568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19"/>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9"/>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9"/>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91" name="Shape 91"/>
        <p:cNvGrpSpPr/>
        <p:nvPr/>
      </p:nvGrpSpPr>
      <p:grpSpPr>
        <a:xfrm>
          <a:off x="0" y="0"/>
          <a:ext cx="0" cy="0"/>
          <a:chOff x="0" y="0"/>
          <a:chExt cx="0" cy="0"/>
        </a:xfrm>
      </p:grpSpPr>
      <p:sp>
        <p:nvSpPr>
          <p:cNvPr id="92" name="Google Shape;92;p20"/>
          <p:cNvSpPr txBox="1"/>
          <p:nvPr>
            <p:ph type="title"/>
          </p:nvPr>
        </p:nvSpPr>
        <p:spPr>
          <a:xfrm rot="5400000">
            <a:off x="7251192" y="2386584"/>
            <a:ext cx="5367528" cy="2551176"/>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20"/>
          <p:cNvSpPr txBox="1"/>
          <p:nvPr>
            <p:ph idx="1" type="body"/>
          </p:nvPr>
        </p:nvSpPr>
        <p:spPr>
          <a:xfrm rot="5400000">
            <a:off x="1842516" y="-342900"/>
            <a:ext cx="5367528" cy="8010144"/>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 name="Google Shape;94;p20"/>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20"/>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20"/>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97" name="Google Shape;97;p20"/>
          <p:cNvSpPr/>
          <p:nvPr/>
        </p:nvSpPr>
        <p:spPr>
          <a:xfrm rot="5400000">
            <a:off x="8936623" y="3585018"/>
            <a:ext cx="5325734" cy="14927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3.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0"/>
              </a:spcBef>
              <a:spcAft>
                <a:spcPts val="0"/>
              </a:spcAft>
              <a:buClr>
                <a:schemeClr val="lt1"/>
              </a:buClr>
              <a:buSzPts val="4400"/>
              <a:buFont typeface="Arial"/>
              <a:buNone/>
              <a:defRPr b="1" i="0" sz="44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8"/>
          <p:cNvSpPr txBox="1"/>
          <p:nvPr>
            <p:ph idx="1" type="body"/>
          </p:nvPr>
        </p:nvSpPr>
        <p:spPr>
          <a:xfrm>
            <a:off x="521208" y="2578608"/>
            <a:ext cx="11155680" cy="3767328"/>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10000"/>
              </a:lnSpc>
              <a:spcBef>
                <a:spcPts val="10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1pPr>
            <a:lvl2pPr indent="-330200" lvl="1" marL="914400" marR="0" rtl="0" algn="l">
              <a:lnSpc>
                <a:spcPct val="110000"/>
              </a:lnSpc>
              <a:spcBef>
                <a:spcPts val="500"/>
              </a:spcBef>
              <a:spcAft>
                <a:spcPts val="0"/>
              </a:spcAft>
              <a:buClr>
                <a:schemeClr val="lt1"/>
              </a:buClr>
              <a:buSzPts val="1600"/>
              <a:buFont typeface="Arial"/>
              <a:buChar char="•"/>
              <a:defRPr b="0" i="0" sz="1600" u="none" cap="none" strike="noStrike">
                <a:solidFill>
                  <a:schemeClr val="lt1"/>
                </a:solidFill>
                <a:latin typeface="Arial"/>
                <a:ea typeface="Arial"/>
                <a:cs typeface="Arial"/>
                <a:sym typeface="Arial"/>
              </a:defRPr>
            </a:lvl2pPr>
            <a:lvl3pPr indent="-317500" lvl="2" marL="1371600" marR="0" rtl="0" algn="l">
              <a:lnSpc>
                <a:spcPct val="110000"/>
              </a:lnSpc>
              <a:spcBef>
                <a:spcPts val="500"/>
              </a:spcBef>
              <a:spcAft>
                <a:spcPts val="0"/>
              </a:spcAft>
              <a:buClr>
                <a:schemeClr val="lt1"/>
              </a:buClr>
              <a:buSzPts val="1400"/>
              <a:buFont typeface="Arial"/>
              <a:buChar char="•"/>
              <a:defRPr b="0" i="0" sz="1400" u="none" cap="none" strike="noStrike">
                <a:solidFill>
                  <a:schemeClr val="lt1"/>
                </a:solidFill>
                <a:latin typeface="Arial"/>
                <a:ea typeface="Arial"/>
                <a:cs typeface="Arial"/>
                <a:sym typeface="Arial"/>
              </a:defRPr>
            </a:lvl3pPr>
            <a:lvl4pPr indent="-304800" lvl="3" marL="1828800" marR="0" rtl="0" algn="l">
              <a:lnSpc>
                <a:spcPct val="110000"/>
              </a:lnSpc>
              <a:spcBef>
                <a:spcPts val="500"/>
              </a:spcBef>
              <a:spcAft>
                <a:spcPts val="0"/>
              </a:spcAft>
              <a:buClr>
                <a:schemeClr val="lt1"/>
              </a:buClr>
              <a:buSzPts val="1200"/>
              <a:buFont typeface="Arial"/>
              <a:buChar char="•"/>
              <a:defRPr b="0" i="0" sz="1200" u="none" cap="none" strike="noStrike">
                <a:solidFill>
                  <a:schemeClr val="lt1"/>
                </a:solidFill>
                <a:latin typeface="Arial"/>
                <a:ea typeface="Arial"/>
                <a:cs typeface="Arial"/>
                <a:sym typeface="Arial"/>
              </a:defRPr>
            </a:lvl4pPr>
            <a:lvl5pPr indent="-304800" lvl="4" marL="2286000" marR="0" rtl="0" algn="l">
              <a:lnSpc>
                <a:spcPct val="110000"/>
              </a:lnSpc>
              <a:spcBef>
                <a:spcPts val="500"/>
              </a:spcBef>
              <a:spcAft>
                <a:spcPts val="0"/>
              </a:spcAft>
              <a:buClr>
                <a:schemeClr val="lt1"/>
              </a:buClr>
              <a:buSzPts val="1200"/>
              <a:buFont typeface="Arial"/>
              <a:buChar char="•"/>
              <a:defRPr b="0" i="0" sz="1200" u="none" cap="none" strike="noStrike">
                <a:solidFill>
                  <a:schemeClr val="lt1"/>
                </a:solidFill>
                <a:latin typeface="Arial"/>
                <a:ea typeface="Arial"/>
                <a:cs typeface="Arial"/>
                <a:sym typeface="Arial"/>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9pPr>
          </a:lstStyle>
          <a:p/>
        </p:txBody>
      </p:sp>
      <p:sp>
        <p:nvSpPr>
          <p:cNvPr id="8" name="Google Shape;8;p8"/>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9pPr>
          </a:lstStyle>
          <a:p/>
        </p:txBody>
      </p:sp>
      <p:sp>
        <p:nvSpPr>
          <p:cNvPr id="9" name="Google Shape;9;p8"/>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Arial"/>
                <a:ea typeface="Arial"/>
                <a:cs typeface="Arial"/>
                <a:sym typeface="Arial"/>
              </a:defRPr>
            </a:lvl9pPr>
          </a:lstStyle>
          <a:p/>
        </p:txBody>
      </p:sp>
      <p:sp>
        <p:nvSpPr>
          <p:cNvPr id="10" name="Google Shape;10;p8"/>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1" name="Google Shape;11;p8"/>
          <p:cNvSpPr/>
          <p:nvPr/>
        </p:nvSpPr>
        <p:spPr>
          <a:xfrm>
            <a:off x="517869" y="508090"/>
            <a:ext cx="11153214" cy="149279"/>
          </a:xfrm>
          <a:custGeom>
            <a:rect b="b" l="l" r="r" t="t"/>
            <a:pathLst>
              <a:path extrusionOk="0" h="149279" w="8085002">
                <a:moveTo>
                  <a:pt x="0" y="0"/>
                </a:moveTo>
                <a:lnTo>
                  <a:pt x="8085002" y="0"/>
                </a:lnTo>
                <a:lnTo>
                  <a:pt x="8085002" y="149279"/>
                </a:lnTo>
                <a:lnTo>
                  <a:pt x="0" y="1492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 name="Shape 19"/>
        <p:cNvGrpSpPr/>
        <p:nvPr/>
      </p:nvGrpSpPr>
      <p:grpSpPr>
        <a:xfrm>
          <a:off x="0" y="0"/>
          <a:ext cx="0" cy="0"/>
          <a:chOff x="0" y="0"/>
          <a:chExt cx="0" cy="0"/>
        </a:xfrm>
      </p:grpSpPr>
      <p:sp>
        <p:nvSpPr>
          <p:cNvPr id="20" name="Google Shape;20;p7"/>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0"/>
              </a:spcBef>
              <a:spcAft>
                <a:spcPts val="0"/>
              </a:spcAft>
              <a:buClr>
                <a:schemeClr val="dk1"/>
              </a:buClr>
              <a:buSzPts val="4400"/>
              <a:buFont typeface="Arial"/>
              <a:buNone/>
              <a:defRPr b="1"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 name="Google Shape;21;p7"/>
          <p:cNvSpPr txBox="1"/>
          <p:nvPr>
            <p:ph idx="1" type="body"/>
          </p:nvPr>
        </p:nvSpPr>
        <p:spPr>
          <a:xfrm>
            <a:off x="521208" y="2578608"/>
            <a:ext cx="11155680" cy="3767328"/>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10000"/>
              </a:lnSpc>
              <a:spcBef>
                <a:spcPts val="10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indent="-330200" lvl="1" marL="914400" marR="0" rtl="0" algn="l">
              <a:lnSpc>
                <a:spcPct val="11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17500" lvl="2" marL="1371600" marR="0" rtl="0" algn="l">
              <a:lnSpc>
                <a:spcPct val="11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304800" lvl="3" marL="1828800" marR="0" rtl="0" algn="l">
              <a:lnSpc>
                <a:spcPct val="11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rtl="0" algn="l">
              <a:lnSpc>
                <a:spcPct val="11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2" name="Google Shape;22;p7"/>
          <p:cNvSpPr txBox="1"/>
          <p:nvPr>
            <p:ph idx="10" type="dt"/>
          </p:nvPr>
        </p:nvSpPr>
        <p:spPr>
          <a:xfrm>
            <a:off x="521208" y="6419088"/>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3" name="Google Shape;23;p7"/>
          <p:cNvSpPr txBox="1"/>
          <p:nvPr>
            <p:ph idx="11" type="ftr"/>
          </p:nvPr>
        </p:nvSpPr>
        <p:spPr>
          <a:xfrm>
            <a:off x="521208" y="100584"/>
            <a:ext cx="411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4" name="Google Shape;24;p7"/>
          <p:cNvSpPr txBox="1"/>
          <p:nvPr>
            <p:ph idx="12" type="sldNum"/>
          </p:nvPr>
        </p:nvSpPr>
        <p:spPr>
          <a:xfrm>
            <a:off x="11457432" y="6419088"/>
            <a:ext cx="64008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5" name="Google Shape;25;p7"/>
          <p:cNvSpPr/>
          <p:nvPr/>
        </p:nvSpPr>
        <p:spPr>
          <a:xfrm>
            <a:off x="517869" y="508090"/>
            <a:ext cx="11153214" cy="149279"/>
          </a:xfrm>
          <a:custGeom>
            <a:rect b="b" l="l" r="r" t="t"/>
            <a:pathLst>
              <a:path extrusionOk="0" h="149279" w="8085002">
                <a:moveTo>
                  <a:pt x="0" y="0"/>
                </a:moveTo>
                <a:lnTo>
                  <a:pt x="8085002" y="0"/>
                </a:lnTo>
                <a:lnTo>
                  <a:pt x="8085002" y="149279"/>
                </a:lnTo>
                <a:lnTo>
                  <a:pt x="0" y="149279"/>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1" name="Shape 101"/>
        <p:cNvGrpSpPr/>
        <p:nvPr/>
      </p:nvGrpSpPr>
      <p:grpSpPr>
        <a:xfrm>
          <a:off x="0" y="0"/>
          <a:ext cx="0" cy="0"/>
          <a:chOff x="0" y="0"/>
          <a:chExt cx="0" cy="0"/>
        </a:xfrm>
      </p:grpSpPr>
      <p:sp>
        <p:nvSpPr>
          <p:cNvPr id="102" name="Google Shape;102;p1"/>
          <p:cNvSpPr/>
          <p:nvPr/>
        </p:nvSpPr>
        <p:spPr>
          <a:xfrm>
            <a:off x="0" y="-2"/>
            <a:ext cx="12192000" cy="6858001"/>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03" name="Google Shape;103;p1"/>
          <p:cNvPicPr preferRelativeResize="0"/>
          <p:nvPr/>
        </p:nvPicPr>
        <p:blipFill rotWithShape="1">
          <a:blip r:embed="rId3">
            <a:alphaModFix amt="40000"/>
          </a:blip>
          <a:srcRect b="0" l="0" r="0" t="25000"/>
          <a:stretch/>
        </p:blipFill>
        <p:spPr>
          <a:xfrm>
            <a:off x="-2" y="-4"/>
            <a:ext cx="12192001" cy="6858001"/>
          </a:xfrm>
          <a:prstGeom prst="rect">
            <a:avLst/>
          </a:prstGeom>
          <a:noFill/>
          <a:ln>
            <a:noFill/>
          </a:ln>
        </p:spPr>
      </p:pic>
      <p:sp>
        <p:nvSpPr>
          <p:cNvPr id="104" name="Google Shape;104;p1"/>
          <p:cNvSpPr txBox="1"/>
          <p:nvPr>
            <p:ph type="ctrTitle"/>
          </p:nvPr>
        </p:nvSpPr>
        <p:spPr>
          <a:xfrm>
            <a:off x="517870" y="978408"/>
            <a:ext cx="10628720" cy="2450592"/>
          </a:xfrm>
          <a:prstGeom prst="rect">
            <a:avLst/>
          </a:prstGeom>
          <a:noFill/>
          <a:ln>
            <a:noFill/>
          </a:ln>
        </p:spPr>
        <p:txBody>
          <a:bodyPr anchorCtr="0" anchor="t" bIns="45700" lIns="91425" spcFirstLastPara="1" rIns="91425" wrap="square" tIns="45700">
            <a:noAutofit/>
          </a:bodyPr>
          <a:lstStyle/>
          <a:p>
            <a:pPr indent="0" lvl="0" marL="0" rtl="0" algn="ctr">
              <a:lnSpc>
                <a:spcPct val="124000"/>
              </a:lnSpc>
              <a:spcBef>
                <a:spcPts val="0"/>
              </a:spcBef>
              <a:spcAft>
                <a:spcPts val="0"/>
              </a:spcAft>
              <a:buClr>
                <a:schemeClr val="dk1"/>
              </a:buClr>
              <a:buSzPts val="1100"/>
              <a:buFont typeface="Arial"/>
              <a:buNone/>
            </a:pPr>
            <a:r>
              <a:rPr b="0" lang="en-US" sz="5250">
                <a:latin typeface="Merriweather"/>
                <a:ea typeface="Merriweather"/>
                <a:cs typeface="Merriweather"/>
                <a:sym typeface="Merriweather"/>
              </a:rPr>
              <a:t>The Next Great Divergence: How AI could split the world again if we don’t intervene</a:t>
            </a:r>
            <a:endParaRPr b="0" sz="5250">
              <a:latin typeface="Merriweather"/>
              <a:ea typeface="Merriweather"/>
              <a:cs typeface="Merriweather"/>
              <a:sym typeface="Merriweather"/>
            </a:endParaRPr>
          </a:p>
          <a:p>
            <a:pPr indent="0" lvl="0" marL="0" rtl="0" algn="l">
              <a:lnSpc>
                <a:spcPct val="100000"/>
              </a:lnSpc>
              <a:spcBef>
                <a:spcPts val="1200"/>
              </a:spcBef>
              <a:spcAft>
                <a:spcPts val="0"/>
              </a:spcAft>
              <a:buClr>
                <a:schemeClr val="lt1"/>
              </a:buClr>
              <a:buSzPts val="6000"/>
              <a:buFont typeface="Arial"/>
              <a:buNone/>
            </a:pPr>
            <a:r>
              <a:t/>
            </a:r>
            <a:endParaRPr b="0" sz="7000">
              <a:latin typeface="Merriweather"/>
              <a:ea typeface="Merriweather"/>
              <a:cs typeface="Merriweather"/>
              <a:sym typeface="Merriweather"/>
            </a:endParaRPr>
          </a:p>
          <a:p>
            <a:pPr indent="0" lvl="0" marL="0" rtl="0" algn="l">
              <a:lnSpc>
                <a:spcPct val="100000"/>
              </a:lnSpc>
              <a:spcBef>
                <a:spcPts val="0"/>
              </a:spcBef>
              <a:spcAft>
                <a:spcPts val="0"/>
              </a:spcAft>
              <a:buClr>
                <a:schemeClr val="lt1"/>
              </a:buClr>
              <a:buSzPts val="7200"/>
              <a:buFont typeface="Arial"/>
              <a:buNone/>
            </a:pPr>
            <a:r>
              <a:t/>
            </a:r>
            <a:endParaRPr b="0"/>
          </a:p>
          <a:p>
            <a:pPr indent="0" lvl="0" marL="0" rtl="0" algn="l">
              <a:lnSpc>
                <a:spcPct val="100000"/>
              </a:lnSpc>
              <a:spcBef>
                <a:spcPts val="0"/>
              </a:spcBef>
              <a:spcAft>
                <a:spcPts val="0"/>
              </a:spcAft>
              <a:buClr>
                <a:schemeClr val="lt1"/>
              </a:buClr>
              <a:buSzPts val="7200"/>
              <a:buFont typeface="Arial"/>
              <a:buNone/>
            </a:pPr>
            <a:r>
              <a:t/>
            </a:r>
            <a:endParaRPr b="0"/>
          </a:p>
          <a:p>
            <a:pPr indent="0" lvl="0" marL="0" rtl="0" algn="l">
              <a:lnSpc>
                <a:spcPct val="90000"/>
              </a:lnSpc>
              <a:spcBef>
                <a:spcPts val="0"/>
              </a:spcBef>
              <a:spcAft>
                <a:spcPts val="0"/>
              </a:spcAft>
              <a:buClr>
                <a:schemeClr val="lt1"/>
              </a:buClr>
              <a:buSzPts val="5100"/>
              <a:buFont typeface="Arial"/>
              <a:buNone/>
            </a:pPr>
            <a:r>
              <a:t/>
            </a:r>
            <a:endParaRPr sz="5100">
              <a:solidFill>
                <a:srgbClr val="FFFFFF"/>
              </a:solidFill>
              <a:latin typeface="Quattrocento Sans"/>
              <a:ea typeface="Quattrocento Sans"/>
              <a:cs typeface="Quattrocento Sans"/>
              <a:sym typeface="Quattrocento Sans"/>
            </a:endParaRPr>
          </a:p>
        </p:txBody>
      </p:sp>
      <p:sp>
        <p:nvSpPr>
          <p:cNvPr id="105" name="Google Shape;105;p1"/>
          <p:cNvSpPr txBox="1"/>
          <p:nvPr>
            <p:ph idx="1" type="subTitle"/>
          </p:nvPr>
        </p:nvSpPr>
        <p:spPr>
          <a:xfrm>
            <a:off x="6652366" y="4017818"/>
            <a:ext cx="5040785" cy="1828799"/>
          </a:xfrm>
          <a:prstGeom prst="rect">
            <a:avLst/>
          </a:prstGeom>
          <a:noFill/>
          <a:ln>
            <a:noFill/>
          </a:ln>
        </p:spPr>
        <p:txBody>
          <a:bodyPr anchorCtr="0" anchor="b" bIns="45700" lIns="91425" spcFirstLastPara="1" rIns="91425" wrap="square" tIns="45700">
            <a:normAutofit/>
          </a:bodyPr>
          <a:lstStyle/>
          <a:p>
            <a:pPr indent="0" lvl="0" marL="0" rtl="0" algn="l">
              <a:lnSpc>
                <a:spcPct val="110000"/>
              </a:lnSpc>
              <a:spcBef>
                <a:spcPts val="0"/>
              </a:spcBef>
              <a:spcAft>
                <a:spcPts val="0"/>
              </a:spcAft>
              <a:buClr>
                <a:srgbClr val="FFFFFF"/>
              </a:buClr>
              <a:buSzPts val="2400"/>
              <a:buNone/>
            </a:pPr>
            <a:r>
              <a:rPr lang="en-US" sz="2400">
                <a:solidFill>
                  <a:srgbClr val="FFFFFF"/>
                </a:solidFill>
              </a:rPr>
              <a:t>Week of March 22</a:t>
            </a:r>
            <a:endParaRPr>
              <a:solidFill>
                <a:srgbClr val="FFFFFF"/>
              </a:solidFill>
            </a:endParaRPr>
          </a:p>
          <a:p>
            <a:pPr indent="0" lvl="0" marL="0" rtl="0" algn="l">
              <a:lnSpc>
                <a:spcPct val="110000"/>
              </a:lnSpc>
              <a:spcBef>
                <a:spcPts val="1000"/>
              </a:spcBef>
              <a:spcAft>
                <a:spcPts val="0"/>
              </a:spcAft>
              <a:buClr>
                <a:srgbClr val="FFFFFF"/>
              </a:buClr>
              <a:buSzPts val="2400"/>
              <a:buNone/>
            </a:pPr>
            <a:r>
              <a:rPr lang="en-US" sz="2400">
                <a:solidFill>
                  <a:srgbClr val="FFFFFF"/>
                </a:solidFill>
              </a:rPr>
              <a:t>Jacob Appling</a:t>
            </a:r>
            <a:endParaRPr/>
          </a:p>
        </p:txBody>
      </p:sp>
      <p:sp>
        <p:nvSpPr>
          <p:cNvPr id="106" name="Google Shape;106;p1"/>
          <p:cNvSpPr/>
          <p:nvPr/>
        </p:nvSpPr>
        <p:spPr>
          <a:xfrm>
            <a:off x="517870" y="508090"/>
            <a:ext cx="5021183" cy="149279"/>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7" name="Google Shape;107;p1"/>
          <p:cNvSpPr/>
          <p:nvPr/>
        </p:nvSpPr>
        <p:spPr>
          <a:xfrm>
            <a:off x="6662168" y="6209925"/>
            <a:ext cx="5021183" cy="45719"/>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1" name="Shape 111"/>
        <p:cNvGrpSpPr/>
        <p:nvPr/>
      </p:nvGrpSpPr>
      <p:grpSpPr>
        <a:xfrm>
          <a:off x="0" y="0"/>
          <a:ext cx="0" cy="0"/>
          <a:chOff x="0" y="0"/>
          <a:chExt cx="0" cy="0"/>
        </a:xfrm>
      </p:grpSpPr>
      <p:sp>
        <p:nvSpPr>
          <p:cNvPr id="112" name="Google Shape;112;p2"/>
          <p:cNvSpPr/>
          <p:nvPr/>
        </p:nvSpPr>
        <p:spPr>
          <a:xfrm>
            <a:off x="517869" y="508090"/>
            <a:ext cx="11153214" cy="149279"/>
          </a:xfrm>
          <a:custGeom>
            <a:rect b="b" l="l" r="r" t="t"/>
            <a:pathLst>
              <a:path extrusionOk="0" h="149279" w="8085002">
                <a:moveTo>
                  <a:pt x="0" y="0"/>
                </a:moveTo>
                <a:lnTo>
                  <a:pt x="8085002" y="0"/>
                </a:lnTo>
                <a:lnTo>
                  <a:pt x="8085002" y="149279"/>
                </a:lnTo>
                <a:lnTo>
                  <a:pt x="0" y="149279"/>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3" name="Google Shape;113;p2"/>
          <p:cNvSpPr/>
          <p:nvPr/>
        </p:nvSpPr>
        <p:spPr>
          <a:xfrm>
            <a:off x="517870" y="6209925"/>
            <a:ext cx="11155680" cy="45719"/>
          </a:xfrm>
          <a:custGeom>
            <a:rect b="b" l="l" r="r" t="t"/>
            <a:pathLst>
              <a:path extrusionOk="0" h="45719" w="8715708">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4" name="Google Shape;114;p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5" name="Google Shape;115;p2"/>
          <p:cNvSpPr txBox="1"/>
          <p:nvPr>
            <p:ph type="title"/>
          </p:nvPr>
        </p:nvSpPr>
        <p:spPr>
          <a:xfrm>
            <a:off x="521208" y="5289381"/>
            <a:ext cx="7263804" cy="100820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600"/>
              <a:buFont typeface="Arial"/>
              <a:buNone/>
            </a:pPr>
            <a:r>
              <a:rPr lang="en-US" sz="1600"/>
              <a:t>Article #4 (Row 4 via Google Sheet)</a:t>
            </a:r>
            <a:endParaRPr/>
          </a:p>
        </p:txBody>
      </p:sp>
      <p:sp>
        <p:nvSpPr>
          <p:cNvPr id="116" name="Google Shape;116;p2"/>
          <p:cNvSpPr/>
          <p:nvPr/>
        </p:nvSpPr>
        <p:spPr>
          <a:xfrm>
            <a:off x="517869" y="508090"/>
            <a:ext cx="11153214" cy="149279"/>
          </a:xfrm>
          <a:custGeom>
            <a:rect b="b" l="l" r="r" t="t"/>
            <a:pathLst>
              <a:path extrusionOk="0" h="149279" w="8085002">
                <a:moveTo>
                  <a:pt x="0" y="0"/>
                </a:moveTo>
                <a:lnTo>
                  <a:pt x="8085002" y="0"/>
                </a:lnTo>
                <a:lnTo>
                  <a:pt x="8085002" y="149279"/>
                </a:lnTo>
                <a:lnTo>
                  <a:pt x="0" y="149279"/>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17" name="Google Shape;117;p2" title="Screenshot 2026-03-28 at 10.45.33 AM.png"/>
          <p:cNvPicPr preferRelativeResize="0"/>
          <p:nvPr/>
        </p:nvPicPr>
        <p:blipFill>
          <a:blip r:embed="rId3">
            <a:alphaModFix/>
          </a:blip>
          <a:stretch>
            <a:fillRect/>
          </a:stretch>
        </p:blipFill>
        <p:spPr>
          <a:xfrm>
            <a:off x="-1525" y="3"/>
            <a:ext cx="12192000" cy="551259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3"/>
          <p:cNvSpPr txBox="1"/>
          <p:nvPr>
            <p:ph type="title"/>
          </p:nvPr>
        </p:nvSpPr>
        <p:spPr>
          <a:xfrm>
            <a:off x="521208" y="978408"/>
            <a:ext cx="11155680" cy="146304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Arial"/>
              <a:buNone/>
            </a:pPr>
            <a:r>
              <a:rPr lang="en-US"/>
              <a:t>Link to the Source    </a:t>
            </a:r>
            <a:endParaRPr/>
          </a:p>
        </p:txBody>
      </p:sp>
      <p:sp>
        <p:nvSpPr>
          <p:cNvPr id="123" name="Google Shape;123;p3"/>
          <p:cNvSpPr txBox="1"/>
          <p:nvPr>
            <p:ph idx="1" type="body"/>
          </p:nvPr>
        </p:nvSpPr>
        <p:spPr>
          <a:xfrm>
            <a:off x="521208" y="2578608"/>
            <a:ext cx="11155680" cy="3767328"/>
          </a:xfrm>
          <a:prstGeom prst="rect">
            <a:avLst/>
          </a:prstGeom>
          <a:noFill/>
          <a:ln>
            <a:noFill/>
          </a:ln>
        </p:spPr>
        <p:txBody>
          <a:bodyPr anchorCtr="0" anchor="t" bIns="45700" lIns="91425" spcFirstLastPara="1" rIns="91425" wrap="square" tIns="45700">
            <a:normAutofit/>
          </a:bodyPr>
          <a:lstStyle/>
          <a:p>
            <a:pPr indent="-228600" lvl="0" marL="228600" rtl="0" algn="l">
              <a:lnSpc>
                <a:spcPct val="110000"/>
              </a:lnSpc>
              <a:spcBef>
                <a:spcPts val="0"/>
              </a:spcBef>
              <a:spcAft>
                <a:spcPts val="0"/>
              </a:spcAft>
              <a:buClr>
                <a:srgbClr val="1155CC"/>
              </a:buClr>
              <a:buSzPts val="2800"/>
              <a:buChar char="•"/>
            </a:pPr>
            <a:r>
              <a:rPr lang="en-US" sz="2800">
                <a:solidFill>
                  <a:srgbClr val="1155CC"/>
                </a:solidFill>
              </a:rPr>
              <a:t>https://www.brookings.edu/articles/next-great-divergence-how-ai-could-split-the-world/?utm_source=chatgpt.com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4"/>
          <p:cNvSpPr txBox="1"/>
          <p:nvPr>
            <p:ph type="title"/>
          </p:nvPr>
        </p:nvSpPr>
        <p:spPr>
          <a:xfrm>
            <a:off x="521208" y="802562"/>
            <a:ext cx="11155680" cy="740117"/>
          </a:xfrm>
          <a:prstGeom prst="rect">
            <a:avLst/>
          </a:prstGeom>
          <a:noFill/>
          <a:ln>
            <a:noFill/>
          </a:ln>
        </p:spPr>
        <p:txBody>
          <a:bodyPr anchorCtr="0" anchor="t" bIns="45700" lIns="91425" spcFirstLastPara="1" rIns="91425" wrap="square" tIns="45700">
            <a:normAutofit fontScale="90000"/>
          </a:bodyPr>
          <a:lstStyle/>
          <a:p>
            <a:pPr indent="0" lvl="0" marL="0" rtl="0" algn="l">
              <a:lnSpc>
                <a:spcPct val="100000"/>
              </a:lnSpc>
              <a:spcBef>
                <a:spcPts val="0"/>
              </a:spcBef>
              <a:spcAft>
                <a:spcPts val="0"/>
              </a:spcAft>
              <a:buClr>
                <a:schemeClr val="dk1"/>
              </a:buClr>
              <a:buSzPct val="100000"/>
              <a:buFont typeface="Arial"/>
              <a:buNone/>
            </a:pPr>
            <a:r>
              <a:rPr lang="en-US"/>
              <a:t>Main Findings</a:t>
            </a:r>
            <a:endParaRPr/>
          </a:p>
        </p:txBody>
      </p:sp>
      <p:sp>
        <p:nvSpPr>
          <p:cNvPr id="129" name="Google Shape;129;p4"/>
          <p:cNvSpPr txBox="1"/>
          <p:nvPr>
            <p:ph idx="1" type="body"/>
          </p:nvPr>
        </p:nvSpPr>
        <p:spPr>
          <a:xfrm>
            <a:off x="521208" y="1416070"/>
            <a:ext cx="11155680" cy="4607481"/>
          </a:xfrm>
          <a:prstGeom prst="rect">
            <a:avLst/>
          </a:prstGeom>
          <a:noFill/>
          <a:ln>
            <a:noFill/>
          </a:ln>
        </p:spPr>
        <p:txBody>
          <a:bodyPr anchorCtr="0" anchor="t" bIns="45700" lIns="91425" spcFirstLastPara="1" rIns="91425" wrap="square" tIns="45700">
            <a:noAutofit/>
          </a:bodyPr>
          <a:lstStyle/>
          <a:p>
            <a:pPr indent="-330200" lvl="0" marL="457200" rtl="0" algn="l">
              <a:lnSpc>
                <a:spcPct val="115000"/>
              </a:lnSpc>
              <a:spcBef>
                <a:spcPts val="1200"/>
              </a:spcBef>
              <a:spcAft>
                <a:spcPts val="0"/>
              </a:spcAft>
              <a:buSzPts val="1600"/>
              <a:buChar char="•"/>
            </a:pPr>
            <a:r>
              <a:rPr lang="en-US" sz="1100"/>
              <a:t>The article argues that artificial intelligence could become a transformative general-purpose technology, much like the steam engine during the Industrial Revolution, but with the potential to widen inequality between countries instead of reducing it. The author compares this risk to a possible “Next Great Divergence,” where the nations best prepared for AI capture most of the benefits while less-prepared countries bear more of the disruption.</a:t>
            </a:r>
            <a:endParaRPr sz="1100"/>
          </a:p>
          <a:p>
            <a:pPr indent="-330200" lvl="0" marL="457200" rtl="0" algn="l">
              <a:lnSpc>
                <a:spcPct val="115000"/>
              </a:lnSpc>
              <a:spcBef>
                <a:spcPts val="0"/>
              </a:spcBef>
              <a:spcAft>
                <a:spcPts val="0"/>
              </a:spcAft>
              <a:buSzPts val="1600"/>
              <a:buChar char="•"/>
            </a:pPr>
            <a:r>
              <a:rPr lang="en-US" sz="1100"/>
              <a:t>A major point is that AI is not entering an equal world. Wealthier countries already have stronger digital infrastructure, more AI firms, more patents, and better education systems, which gives them a large advantage. Meanwhile, many lower-income countries still lack reliable internet, electricity, and digital skills, making it difficult for them to participate fully in the AI economy.</a:t>
            </a:r>
            <a:endParaRPr sz="1100"/>
          </a:p>
          <a:p>
            <a:pPr indent="-330200" lvl="0" marL="457200" rtl="0" algn="l">
              <a:lnSpc>
                <a:spcPct val="115000"/>
              </a:lnSpc>
              <a:spcBef>
                <a:spcPts val="0"/>
              </a:spcBef>
              <a:spcAft>
                <a:spcPts val="0"/>
              </a:spcAft>
              <a:buSzPts val="1600"/>
              <a:buChar char="•"/>
            </a:pPr>
            <a:r>
              <a:rPr lang="en-US" sz="1100"/>
              <a:t>The article also emphasizes a second divide: vulnerability. Certain groups and countries are more exposed to AI’s downsides, including job displacement, reduced entry-level opportunities for younger workers, gender inequality in access to technology, and growing environmental strain from the energy demands of data centers.</a:t>
            </a:r>
            <a:endParaRPr sz="1100"/>
          </a:p>
          <a:p>
            <a:pPr indent="-330200" lvl="0" marL="457200" rtl="0" algn="l">
              <a:lnSpc>
                <a:spcPct val="115000"/>
              </a:lnSpc>
              <a:spcBef>
                <a:spcPts val="0"/>
              </a:spcBef>
              <a:spcAft>
                <a:spcPts val="0"/>
              </a:spcAft>
              <a:buSzPts val="1600"/>
              <a:buChar char="•"/>
            </a:pPr>
            <a:r>
              <a:rPr lang="en-US" sz="1100"/>
              <a:t>To address these risks, the article recommends three main strategies: invest in human skills and institutions instead of only technology, develop regional AI public goods such as shared compute and local-language models, and create AI roadmaps tailored to each country’s level of readiness.</a:t>
            </a:r>
            <a:endParaRPr b="1" sz="1600"/>
          </a:p>
          <a:p>
            <a:pPr indent="0" lvl="0" marL="0" rtl="0" algn="l">
              <a:lnSpc>
                <a:spcPct val="100000"/>
              </a:lnSpc>
              <a:spcBef>
                <a:spcPts val="1200"/>
              </a:spcBef>
              <a:spcAft>
                <a:spcPts val="0"/>
              </a:spcAft>
              <a:buClr>
                <a:schemeClr val="dk1"/>
              </a:buClr>
              <a:buSzPts val="1800"/>
              <a:buNone/>
            </a:pPr>
            <a:r>
              <a:t/>
            </a:r>
            <a:endParaRPr b="1">
              <a:solidFill>
                <a:srgbClr val="242424"/>
              </a:solidFill>
              <a:highlight>
                <a:srgbClr val="FFFFFF"/>
              </a:highlight>
              <a:latin typeface="Quattrocento Sans"/>
              <a:ea typeface="Quattrocento Sans"/>
              <a:cs typeface="Quattrocento Sans"/>
              <a:sym typeface="Quattrocento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5"/>
          <p:cNvSpPr txBox="1"/>
          <p:nvPr>
            <p:ph type="title"/>
          </p:nvPr>
        </p:nvSpPr>
        <p:spPr>
          <a:xfrm>
            <a:off x="521208" y="763485"/>
            <a:ext cx="11155680" cy="720579"/>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242424"/>
              </a:buClr>
              <a:buSzPts val="4000"/>
              <a:buFont typeface="Quattrocento Sans"/>
              <a:buNone/>
            </a:pPr>
            <a:r>
              <a:rPr lang="en-US" sz="4000">
                <a:solidFill>
                  <a:srgbClr val="242424"/>
                </a:solidFill>
                <a:latin typeface="Quattrocento Sans"/>
                <a:ea typeface="Quattrocento Sans"/>
                <a:cs typeface="Quattrocento Sans"/>
                <a:sym typeface="Quattrocento Sans"/>
              </a:rPr>
              <a:t>Broader implications for society</a:t>
            </a:r>
            <a:endParaRPr b="0" sz="4000">
              <a:solidFill>
                <a:srgbClr val="242424"/>
              </a:solidFill>
              <a:latin typeface="Quattrocento Sans"/>
              <a:ea typeface="Quattrocento Sans"/>
              <a:cs typeface="Quattrocento Sans"/>
              <a:sym typeface="Quattrocento Sans"/>
            </a:endParaRPr>
          </a:p>
        </p:txBody>
      </p:sp>
      <p:sp>
        <p:nvSpPr>
          <p:cNvPr id="135" name="Google Shape;135;p5"/>
          <p:cNvSpPr txBox="1"/>
          <p:nvPr>
            <p:ph idx="1" type="body"/>
          </p:nvPr>
        </p:nvSpPr>
        <p:spPr>
          <a:xfrm>
            <a:off x="521208" y="1679839"/>
            <a:ext cx="11155680" cy="4666097"/>
          </a:xfrm>
          <a:prstGeom prst="rect">
            <a:avLst/>
          </a:prstGeom>
          <a:noFill/>
          <a:ln>
            <a:noFill/>
          </a:ln>
        </p:spPr>
        <p:txBody>
          <a:bodyPr anchorCtr="0" anchor="t" bIns="45700" lIns="91425" spcFirstLastPara="1" rIns="91425" wrap="square" tIns="45700">
            <a:noAutofit/>
          </a:bodyPr>
          <a:lstStyle/>
          <a:p>
            <a:pPr indent="-374650" lvl="0" marL="457200" marR="0" rtl="0" algn="l">
              <a:lnSpc>
                <a:spcPct val="115000"/>
              </a:lnSpc>
              <a:spcBef>
                <a:spcPts val="1200"/>
              </a:spcBef>
              <a:spcAft>
                <a:spcPts val="0"/>
              </a:spcAft>
              <a:buSzPts val="2300"/>
              <a:buChar char="•"/>
            </a:pPr>
            <a:r>
              <a:rPr lang="en-US"/>
              <a:t>The broader societal implication is that AI could either improve lives on a massive scale or deepen existing inequalities. If implemented carefully, AI could expand access to education, improve healthcare, and raise productivity. But without deliberate planning, it may instead concentrate wealth, knowledge, and power in already-advantaged countries and communities.</a:t>
            </a:r>
            <a:endParaRPr/>
          </a:p>
          <a:p>
            <a:pPr indent="-374650" lvl="0" marL="457200" marR="0" rtl="0" algn="l">
              <a:lnSpc>
                <a:spcPct val="115000"/>
              </a:lnSpc>
              <a:spcBef>
                <a:spcPts val="0"/>
              </a:spcBef>
              <a:spcAft>
                <a:spcPts val="0"/>
              </a:spcAft>
              <a:buSzPts val="2300"/>
              <a:buChar char="•"/>
            </a:pPr>
            <a:r>
              <a:rPr lang="en-US"/>
              <a:t>The article also suggests that AI is not just a technical issue but a social and political one. Who gets access to AI tools, training, infrastructure, and governance will shape future opportunities. This means society must think beyond whether AI is “good” or “bad” and focus more on where it is being deployed, who benefits, and who gets left behind.</a:t>
            </a:r>
            <a:endParaRPr/>
          </a:p>
          <a:p>
            <a:pPr indent="-374650" lvl="0" marL="457200" marR="0" rtl="0" algn="l">
              <a:lnSpc>
                <a:spcPct val="115000"/>
              </a:lnSpc>
              <a:spcBef>
                <a:spcPts val="0"/>
              </a:spcBef>
              <a:spcAft>
                <a:spcPts val="0"/>
              </a:spcAft>
              <a:buSzPts val="2300"/>
              <a:buChar char="•"/>
            </a:pPr>
            <a:r>
              <a:rPr lang="en-US"/>
              <a:t>Another important implication is sustainability. AI’s growing energy demand could create environmental costs, especially in countries with weaker infrastructure or fossil-fuel-based power systems. That means AI development could increase pressure on already fragile systems unless governments make sustainability part of their planning.</a:t>
            </a:r>
            <a:endParaRPr/>
          </a:p>
          <a:p>
            <a:pPr indent="0" lvl="0" marL="0" rtl="0" algn="l">
              <a:lnSpc>
                <a:spcPct val="110000"/>
              </a:lnSpc>
              <a:spcBef>
                <a:spcPts val="1200"/>
              </a:spcBef>
              <a:spcAft>
                <a:spcPts val="0"/>
              </a:spcAft>
              <a:buNone/>
            </a:pPr>
            <a:r>
              <a:t/>
            </a:r>
            <a:endParaRPr b="1" sz="3400">
              <a:solidFill>
                <a:srgbClr val="242424"/>
              </a:solidFill>
              <a:highlight>
                <a:srgbClr val="FFFFFF"/>
              </a:highlight>
              <a:latin typeface="Quattrocento Sans"/>
              <a:ea typeface="Quattrocento Sans"/>
              <a:cs typeface="Quattrocento Sans"/>
              <a:sym typeface="Quattrocento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6"/>
          <p:cNvSpPr txBox="1"/>
          <p:nvPr>
            <p:ph type="title"/>
          </p:nvPr>
        </p:nvSpPr>
        <p:spPr>
          <a:xfrm>
            <a:off x="521208" y="673608"/>
            <a:ext cx="11155680" cy="146304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242424"/>
              </a:buClr>
              <a:buSzPts val="4000"/>
              <a:buFont typeface="Quattrocento Sans"/>
              <a:buNone/>
            </a:pPr>
            <a:r>
              <a:rPr lang="en-US" sz="4000">
                <a:solidFill>
                  <a:srgbClr val="242424"/>
                </a:solidFill>
                <a:latin typeface="Quattrocento Sans"/>
                <a:ea typeface="Quattrocento Sans"/>
                <a:cs typeface="Quattrocento Sans"/>
                <a:sym typeface="Quattrocento Sans"/>
              </a:rPr>
              <a:t>Relevance and potential influence on the construction industry</a:t>
            </a:r>
            <a:endParaRPr b="0" sz="4000">
              <a:solidFill>
                <a:srgbClr val="242424"/>
              </a:solidFill>
              <a:latin typeface="Quattrocento Sans"/>
              <a:ea typeface="Quattrocento Sans"/>
              <a:cs typeface="Quattrocento Sans"/>
              <a:sym typeface="Quattrocento Sans"/>
            </a:endParaRPr>
          </a:p>
        </p:txBody>
      </p:sp>
      <p:sp>
        <p:nvSpPr>
          <p:cNvPr id="141" name="Google Shape;141;p6"/>
          <p:cNvSpPr txBox="1"/>
          <p:nvPr>
            <p:ph idx="1" type="body"/>
          </p:nvPr>
        </p:nvSpPr>
        <p:spPr>
          <a:xfrm>
            <a:off x="521208" y="2138994"/>
            <a:ext cx="11155800" cy="4705200"/>
          </a:xfrm>
          <a:prstGeom prst="rect">
            <a:avLst/>
          </a:prstGeom>
          <a:noFill/>
          <a:ln>
            <a:noFill/>
          </a:ln>
        </p:spPr>
        <p:txBody>
          <a:bodyPr anchorCtr="0" anchor="t" bIns="45700" lIns="91425" spcFirstLastPara="1" rIns="91425" wrap="square" tIns="45700">
            <a:noAutofit/>
          </a:bodyPr>
          <a:lstStyle/>
          <a:p>
            <a:pPr indent="-349250" lvl="0" marL="457200" rtl="0" algn="l">
              <a:lnSpc>
                <a:spcPct val="115000"/>
              </a:lnSpc>
              <a:spcBef>
                <a:spcPts val="1200"/>
              </a:spcBef>
              <a:spcAft>
                <a:spcPts val="0"/>
              </a:spcAft>
              <a:buSzPts val="1900"/>
              <a:buChar char="●"/>
            </a:pPr>
            <a:r>
              <a:rPr lang="en-US" sz="1600"/>
              <a:t>For the construction industry, the article is highly relevant because construction often reflects the same capability and vulnerability gaps discussed in the piece. Companies and regions with stronger digital tools, better-trained workers, and more investment in innovation will likely benefit more from AI through improved scheduling, safety monitoring, cost estimating, design coordination, and productivity. Smaller firms or regions with fewer resources could fall behind.</a:t>
            </a:r>
            <a:endParaRPr sz="1600"/>
          </a:p>
          <a:p>
            <a:pPr indent="-349250" lvl="0" marL="457200" rtl="0" algn="l">
              <a:lnSpc>
                <a:spcPct val="115000"/>
              </a:lnSpc>
              <a:spcBef>
                <a:spcPts val="0"/>
              </a:spcBef>
              <a:spcAft>
                <a:spcPts val="0"/>
              </a:spcAft>
              <a:buSzPts val="1900"/>
              <a:buChar char="●"/>
            </a:pPr>
            <a:r>
              <a:rPr lang="en-US" sz="1600"/>
              <a:t>The article’s emphasis on human capital is especially important for construction. Simply introducing AI tools into a company will not guarantee success if employees are not trained to use them effectively. Construction firms would need to invest in workforce education, digital literacy, and implementation strategies so AI supports workers instead of becoming an unused or poorly understood technology.</a:t>
            </a:r>
            <a:endParaRPr sz="1600"/>
          </a:p>
          <a:p>
            <a:pPr indent="-349250" lvl="0" marL="457200" rtl="0" algn="l">
              <a:lnSpc>
                <a:spcPct val="115000"/>
              </a:lnSpc>
              <a:spcBef>
                <a:spcPts val="0"/>
              </a:spcBef>
              <a:spcAft>
                <a:spcPts val="0"/>
              </a:spcAft>
              <a:buSzPts val="1900"/>
              <a:buChar char="●"/>
            </a:pPr>
            <a:r>
              <a:rPr lang="en-US" sz="1600"/>
              <a:t>It also connects to construction through infrastructure and sustainability. As AI increases demand for data centers, power systems, and digital networks, the construction industry may play a direct role in building and upgrading that infrastructure. At the same time, the article’s warning about energy use suggests construction professionals may increasingly need to focus on energy-efficient facilities, sustainable design, and resilient infrastructure tied to AI growth.</a:t>
            </a:r>
            <a:endParaRPr sz="1600"/>
          </a:p>
          <a:p>
            <a:pPr indent="0" lvl="0" marL="457200" rtl="0" algn="l">
              <a:lnSpc>
                <a:spcPct val="115000"/>
              </a:lnSpc>
              <a:spcBef>
                <a:spcPts val="1200"/>
              </a:spcBef>
              <a:spcAft>
                <a:spcPts val="0"/>
              </a:spcAft>
              <a:buNone/>
            </a:pPr>
            <a:r>
              <a:t/>
            </a:r>
            <a:endParaRPr sz="17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staltVTI">
  <a:themeElements>
    <a:clrScheme name="Gestalt">
      <a:dk1>
        <a:srgbClr val="000000"/>
      </a:dk1>
      <a:lt1>
        <a:srgbClr val="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GestaltVTI">
  <a:themeElements>
    <a:clrScheme name="Gestalt">
      <a:dk1>
        <a:srgbClr val="000000"/>
      </a:dk1>
      <a:lt1>
        <a:srgbClr val="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2026-01-21T18:15:53Z</dcterms:created>
</cp:coreProperties>
</file>