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329ab927f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329ab927f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329ab927f_0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329ab927f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329ab927f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329ab927f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329ab927f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329ab927f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11 Interactive Component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Jake Appling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without AI’s Impact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38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Slower innovation in medicine, transportation, engineering, and communication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tedious </a:t>
            </a:r>
            <a:r>
              <a:rPr lang="en"/>
              <a:t>busy work</a:t>
            </a:r>
            <a:r>
              <a:rPr lang="en"/>
              <a:t> done by humans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delays in services that </a:t>
            </a:r>
            <a:r>
              <a:rPr lang="en"/>
              <a:t>require coordination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Traditional cities, less automation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2050_no_a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193" y="222513"/>
            <a:ext cx="3523857" cy="469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with AI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09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mart cities with connected traffic systems, energy grids, and public services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Better predictive systems for maintenance, weather response, logistics, and safety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Faster advances in healthcare, science, transportation, and infrastructure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Daily life may become more convenient through automation and predictive systems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2050_future_with_a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374" y="197425"/>
            <a:ext cx="3498524" cy="466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406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 without AI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377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frequent delays caused by communication gaps and slower decision-making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Safety monitoring relying mainly on supervisors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rework because clashes, errors, or sequencing issues may be caught later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Human labor doing more of the layout, inspection, and quality-control work</a:t>
            </a:r>
            <a:endParaRPr/>
          </a:p>
        </p:txBody>
      </p:sp>
      <p:pic>
        <p:nvPicPr>
          <p:cNvPr id="76" name="Google Shape;76;p16" title="ChatGPT Image Mar 28, 2026, 11_13_37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275" y="1239150"/>
            <a:ext cx="4864573" cy="324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 with AI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Drones and cameras tracking progress automatically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Predictive maintenance for heavy equipment and tools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Robots or autonomous machines handling repetitive or hazardous 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 support for estimating, risk analysis, and resource planning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Smarter material logistics that reduce waste and delivery problems</a:t>
            </a:r>
            <a:endParaRPr/>
          </a:p>
        </p:txBody>
      </p:sp>
      <p:pic>
        <p:nvPicPr>
          <p:cNvPr id="83" name="Google Shape;83;p17" title="ChatGPT Image Mar 28, 2026, 11_16_47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100" y="1322900"/>
            <a:ext cx="4438875" cy="29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